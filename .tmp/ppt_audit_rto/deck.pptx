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aa7e1d982346b0" /><Relationship Type="http://schemas.openxmlformats.org/officeDocument/2006/relationships/extended-properties" Target="/docProps/app.xml" Id="R7376172870a44c9d" /><Relationship Type="http://schemas.openxmlformats.org/officeDocument/2006/relationships/officeDocument" Target="/ppt/presentation.xml" Id="R65a1ea5c581041d4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3184da2a89154cfe"/>
    <p:sldMasterId xmlns:r="http://schemas.openxmlformats.org/officeDocument/2006/relationships" id="2147483659" r:id="R3e0311b8382a43ea"/>
    <p:sldMasterId xmlns:r="http://schemas.openxmlformats.org/officeDocument/2006/relationships" id="2147483672" r:id="Re450aad3552c41f8"/>
  </p:sldMasterIdLst>
  <p:notesMasterIdLst>
    <p:notesMasterId xmlns:r="http://schemas.openxmlformats.org/officeDocument/2006/relationships" r:id="R033d102acf6d48ea"/>
  </p:notesMasterIdLst>
  <p:sldIdLst>
    <p:sldId xmlns:r="http://schemas.openxmlformats.org/officeDocument/2006/relationships" id="256" r:id="R0646747319e74652"/>
    <p:sldId xmlns:r="http://schemas.openxmlformats.org/officeDocument/2006/relationships" id="257" r:id="R6ee7933b324941eb"/>
    <p:sldId xmlns:r="http://schemas.openxmlformats.org/officeDocument/2006/relationships" id="258" r:id="Rf984411661344ddd"/>
    <p:sldId xmlns:r="http://schemas.openxmlformats.org/officeDocument/2006/relationships" id="259" r:id="Rd0a283c4348c4ca5"/>
    <p:sldId xmlns:r="http://schemas.openxmlformats.org/officeDocument/2006/relationships" id="260" r:id="R0b96bc200b8045c8"/>
    <p:sldId xmlns:r="http://schemas.openxmlformats.org/officeDocument/2006/relationships" id="261" r:id="R20e7750992a44263"/>
    <p:sldId xmlns:r="http://schemas.openxmlformats.org/officeDocument/2006/relationships" id="262" r:id="R88f1772d84904ef9"/>
    <p:sldId xmlns:r="http://schemas.openxmlformats.org/officeDocument/2006/relationships" id="263" r:id="Ra62f34ca33d44c0b"/>
    <p:sldId xmlns:r="http://schemas.openxmlformats.org/officeDocument/2006/relationships" id="264" r:id="R0ee59a3f128e415b"/>
    <p:sldId xmlns:r="http://schemas.openxmlformats.org/officeDocument/2006/relationships" id="265" r:id="R7f4e392f0b304de1"/>
    <p:sldId xmlns:r="http://schemas.openxmlformats.org/officeDocument/2006/relationships" id="266" r:id="Rb228eb1bb2df4c8d"/>
    <p:sldId xmlns:r="http://schemas.openxmlformats.org/officeDocument/2006/relationships" id="267" r:id="Re98850c997e64619"/>
  </p:sldIdLst>
  <p:sldSz cx="12192000" cy="6858000"/>
  <p:notesSz cx="6858000" cy="9144000"/>
  <p:embeddedFontLst>
    <p:embeddedFont>
      <p:font typeface="Berlin Sans FB Demi"/>
      <p:bold xmlns:r="http://schemas.openxmlformats.org/officeDocument/2006/relationships" r:id="R16471e02a7054ae8"/>
    </p:embeddedFont>
    <p:embeddedFont>
      <p:font typeface="Caveat"/>
      <p:regular xmlns:r="http://schemas.openxmlformats.org/officeDocument/2006/relationships" r:id="Rb5f41e9f758b4153"/>
      <p:bold xmlns:r="http://schemas.openxmlformats.org/officeDocument/2006/relationships" r:id="R70f6f26fbb0e41e9"/>
    </p:embeddedFont>
    <p:embeddedFont>
      <p:font typeface="Overlock"/>
      <p:regular xmlns:r="http://schemas.openxmlformats.org/officeDocument/2006/relationships" r:id="R64c609c10b6a486c"/>
      <p:bold xmlns:r="http://schemas.openxmlformats.org/officeDocument/2006/relationships" r:id="R6564d6574e4b4164"/>
      <p:italic xmlns:r="http://schemas.openxmlformats.org/officeDocument/2006/relationships" r:id="Rca852c083bda4fdf"/>
      <p:boldItalic xmlns:r="http://schemas.openxmlformats.org/officeDocument/2006/relationships" r:id="R83bacd1e20144d1e"/>
    </p:embeddedFont>
    <p:embeddedFont>
      <p:font typeface="Segoe Script"/>
      <p:regular xmlns:r="http://schemas.openxmlformats.org/officeDocument/2006/relationships" r:id="Re15224bb2c644820"/>
      <p:bold xmlns:r="http://schemas.openxmlformats.org/officeDocument/2006/relationships" r:id="Radb1a0a6301b4def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0e9df494e040b8" /><Relationship Type="http://schemas.openxmlformats.org/officeDocument/2006/relationships/slideMaster" Target="/ppt/slideMasters/slideMaster1.xml" Id="R3184da2a89154cfe" /><Relationship Type="http://schemas.openxmlformats.org/officeDocument/2006/relationships/slideMaster" Target="/ppt/slideMasters/slideMaster2.xml" Id="R3e0311b8382a43ea" /><Relationship Type="http://schemas.openxmlformats.org/officeDocument/2006/relationships/slideMaster" Target="/ppt/slideMasters/slideMaster3.xml" Id="Re450aad3552c41f8" /><Relationship Type="http://schemas.openxmlformats.org/officeDocument/2006/relationships/notesMaster" Target="/ppt/notesMasters/notesMaster1.xml" Id="R033d102acf6d48ea" /><Relationship Type="http://schemas.openxmlformats.org/officeDocument/2006/relationships/presProps" Target="/ppt/presProps.xml" Id="Rf162c61efc7d47be" /><Relationship Type="http://schemas.openxmlformats.org/officeDocument/2006/relationships/viewProps" Target="/ppt/viewProps.xml" Id="R9126a6b9c46d43b7" /><Relationship Type="http://schemas.openxmlformats.org/officeDocument/2006/relationships/tableStyles" Target="/ppt/tableStyles.xml" Id="Rea0dd84e4ae94dee" /><Relationship Type="http://schemas.openxmlformats.org/officeDocument/2006/relationships/font" Target="/ppt/fonts/font.dat" Id="R16471e02a7054ae8" /><Relationship Type="http://schemas.openxmlformats.org/officeDocument/2006/relationships/font" Target="/ppt/fonts/font2.dat" Id="Rb5f41e9f758b4153" /><Relationship Type="http://schemas.openxmlformats.org/officeDocument/2006/relationships/font" Target="/ppt/fonts/font3.dat" Id="R70f6f26fbb0e41e9" /><Relationship Type="http://schemas.openxmlformats.org/officeDocument/2006/relationships/font" Target="/ppt/fonts/font4.dat" Id="R64c609c10b6a486c" /><Relationship Type="http://schemas.openxmlformats.org/officeDocument/2006/relationships/font" Target="/ppt/fonts/font5.dat" Id="R6564d6574e4b4164" /><Relationship Type="http://schemas.openxmlformats.org/officeDocument/2006/relationships/font" Target="/ppt/fonts/font6.dat" Id="Rca852c083bda4fdf" /><Relationship Type="http://schemas.openxmlformats.org/officeDocument/2006/relationships/font" Target="/ppt/fonts/font7.dat" Id="R83bacd1e20144d1e" /><Relationship Type="http://schemas.openxmlformats.org/officeDocument/2006/relationships/font" Target="/ppt/fonts/font8.dat" Id="Re15224bb2c644820" /><Relationship Type="http://schemas.openxmlformats.org/officeDocument/2006/relationships/font" Target="/ppt/fonts/font9.dat" Id="Radb1a0a6301b4def" /><Relationship Type="http://schemas.openxmlformats.org/officeDocument/2006/relationships/slide" Target="/ppt/slides/slide1.xml" Id="R0646747319e74652" /><Relationship Type="http://schemas.openxmlformats.org/officeDocument/2006/relationships/slide" Target="/ppt/slides/slide2.xml" Id="R6ee7933b324941eb" /><Relationship Type="http://schemas.openxmlformats.org/officeDocument/2006/relationships/slide" Target="/ppt/slides/slide3.xml" Id="Rf984411661344ddd" /><Relationship Type="http://schemas.openxmlformats.org/officeDocument/2006/relationships/slide" Target="/ppt/slides/slide4.xml" Id="Rd0a283c4348c4ca5" /><Relationship Type="http://schemas.openxmlformats.org/officeDocument/2006/relationships/slide" Target="/ppt/slides/slide5.xml" Id="R0b96bc200b8045c8" /><Relationship Type="http://schemas.openxmlformats.org/officeDocument/2006/relationships/slide" Target="/ppt/slides/slide6.xml" Id="R20e7750992a44263" /><Relationship Type="http://schemas.openxmlformats.org/officeDocument/2006/relationships/slide" Target="/ppt/slides/slide7.xml" Id="R88f1772d84904ef9" /><Relationship Type="http://schemas.openxmlformats.org/officeDocument/2006/relationships/slide" Target="/ppt/slides/slide8.xml" Id="Ra62f34ca33d44c0b" /><Relationship Type="http://schemas.openxmlformats.org/officeDocument/2006/relationships/slide" Target="/ppt/slides/slide9.xml" Id="R0ee59a3f128e415b" /><Relationship Type="http://schemas.openxmlformats.org/officeDocument/2006/relationships/slide" Target="/ppt/slides/slide10.xml" Id="R7f4e392f0b304de1" /><Relationship Type="http://schemas.openxmlformats.org/officeDocument/2006/relationships/slide" Target="/ppt/slides/slide11.xml" Id="Rb228eb1bb2df4c8d" /><Relationship Type="http://schemas.openxmlformats.org/officeDocument/2006/relationships/slide" Target="/ppt/slides/slide12.xml" Id="Re98850c997e646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84f72936e1e74c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自訂設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15280bf52e4a0d" /><Relationship Type="http://schemas.openxmlformats.org/officeDocument/2006/relationships/notesMaster" Target="/ppt/notesMasters/notesMaster1.xml" Id="R9419f56cb3fb40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32a1b249aa4747" /><Relationship Type="http://schemas.openxmlformats.org/officeDocument/2006/relationships/notesMaster" Target="/ppt/notesMasters/notesMaster1.xml" Id="R05c987fec96549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f6308299974479" /><Relationship Type="http://schemas.openxmlformats.org/officeDocument/2006/relationships/notesMaster" Target="/ppt/notesMasters/notesMaster1.xml" Id="Ra23c4b4ade1f43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55f77b720d4860" /><Relationship Type="http://schemas.openxmlformats.org/officeDocument/2006/relationships/notesMaster" Target="/ppt/notesMasters/notesMaster1.xml" Id="Rc4afe51f215146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2b73d492274e8b" /><Relationship Type="http://schemas.openxmlformats.org/officeDocument/2006/relationships/notesMaster" Target="/ppt/notesMasters/notesMaster1.xml" Id="R7d4867806cd94c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b07599a7bc44aa" /><Relationship Type="http://schemas.openxmlformats.org/officeDocument/2006/relationships/notesMaster" Target="/ppt/notesMasters/notesMaster1.xml" Id="R2063a72e548c4b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d5d9688f4d4de5" /><Relationship Type="http://schemas.openxmlformats.org/officeDocument/2006/relationships/notesMaster" Target="/ppt/notesMasters/notesMaster1.xml" Id="R94e6c80cc0884a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f7d57e525944b7" /><Relationship Type="http://schemas.openxmlformats.org/officeDocument/2006/relationships/notesMaster" Target="/ppt/notesMasters/notesMaster1.xml" Id="Rb52515975d9048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83e9fd3c6f482d" /><Relationship Type="http://schemas.openxmlformats.org/officeDocument/2006/relationships/notesMaster" Target="/ppt/notesMasters/notesMaster1.xml" Id="Rfa69a2c435c84e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f5f51716aa409f" /><Relationship Type="http://schemas.openxmlformats.org/officeDocument/2006/relationships/notesMaster" Target="/ppt/notesMasters/notesMaster1.xml" Id="R278a57bffb3b48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2b4b4c5990404e" /><Relationship Type="http://schemas.openxmlformats.org/officeDocument/2006/relationships/notesMaster" Target="/ppt/notesMasters/notesMaster1.xml" Id="R8ac472cc3e0048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b1cff146dc4460" /><Relationship Type="http://schemas.openxmlformats.org/officeDocument/2006/relationships/notesMaster" Target="/ppt/notesMasters/notesMaster1.xml" Id="R8214719bcc8b4f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Huang et al., ACS Applied Materials &amp; Interfaces 2025, 17, 5078-5085. DOI: 10.1021/acsami.4c18435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Huang et al., ACS Applied Materials &amp; Interfaces 2025, 17, 5078-5085. DOI: 10.1021/acsami.4c18435</a:t>
            </a:r>
          </a:p>
          <a:p xmlns:a="http://schemas.openxmlformats.org/drawingml/2006/main">
            <a:r>
              <a:t>- Figure 3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Huang et al., ACS Applied Materials &amp; Interfaces 2025, 17, 5078-5085. DOI: 10.1021/acsami.4c18435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Huang et al., ACS Applied Materials &amp; Interfaces 2025, 17, 5078-5085. DOI: 10.1021/acsami.4c18435</a:t>
            </a:r>
          </a:p>
          <a:p xmlns:a="http://schemas.openxmlformats.org/drawingml/2006/main">
            <a:r>
              <a:t>- Figure 1 supplied by the user; Methods section of the paper.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Huang et al., ACS Applied Materials &amp; Interfaces 2025, 17, 5078-5085. DOI: 10.1021/acsami.4c18435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Huang et al., ACS Applied Materials &amp; Interfaces 2025, 17, 5078-5085. DOI: 10.1021/acsami.4c18435</a:t>
            </a:r>
          </a:p>
          <a:p xmlns:a="http://schemas.openxmlformats.org/drawingml/2006/main">
            <a:r>
              <a:t>- Figure 1 supplied by the user; PBS values from the paper and Supporting Figure S5.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Huang et al., ACS Applied Materials &amp; Interfaces 2025, 17, 5078-5085. DOI: 10.1021/acsami.4c18435</a:t>
            </a:r>
          </a:p>
          <a:p xmlns:a="http://schemas.openxmlformats.org/drawingml/2006/main">
            <a:r>
              <a:t>- Figure 3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Huang et al., ACS Applied Materials &amp; Interfaces 2025, 17, 5078-5085. DOI: 10.1021/acsami.4c18435</a:t>
            </a:r>
          </a:p>
          <a:p xmlns:a="http://schemas.openxmlformats.org/drawingml/2006/main">
            <a:r>
              <a:t>- Figure 2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Huang et al., ACS Applied Materials &amp; Interfaces 2025, 17, 5078-5085. DOI: 10.1021/acsami.4c18435</a:t>
            </a:r>
          </a:p>
          <a:p xmlns:a="http://schemas.openxmlformats.org/drawingml/2006/main">
            <a:r>
              <a:t>- Figure 4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Huang et al., ACS Applied Materials &amp; Interfaces 2025, 17, 5078-5085. DOI: 10.1021/acsami.4c18435</a:t>
            </a:r>
          </a:p>
          <a:p xmlns:a="http://schemas.openxmlformats.org/drawingml/2006/main">
            <a:r>
              <a:t>- Figures 3 and 5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Huang et al., ACS Applied Materials &amp; Interfaces 2025, 17, 5078-5085. DOI: 10.1021/acsami.4c18435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Huang et al., ACS Applied Materials &amp; Interfaces 2025, 17, 5078-5085. DOI: 10.1021/acsami.4c18435</a:t>
            </a:r>
          </a:p>
          <a:p xmlns:a="http://schemas.openxmlformats.org/drawingml/2006/main">
            <a:r>
              <a:t>- Conclusions section of the paper.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9dca19670943f4" /><Relationship Type="http://schemas.openxmlformats.org/officeDocument/2006/relationships/image" Target="/ppt/media/image2.png" Id="R4fd4f744ca2048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e0c24f51e42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369624e6540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d52c791e940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fadec658743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65cbdd7124c4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49e15ec9d4d2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f2b8031bde46e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a042ebc5d4ce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a6aa9284c438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8558fb040e44b69" /><Relationship Type="http://schemas.openxmlformats.org/officeDocument/2006/relationships/image" Target="/ppt/media/image.jpeg" Id="R7f6655b119dc448b" /><Relationship Type="http://schemas.openxmlformats.org/officeDocument/2006/relationships/image" Target="/ppt/media/image2.jpeg" Id="Ra114c5c4b38b4cc2" /><Relationship Type="http://schemas.openxmlformats.org/officeDocument/2006/relationships/image" Target="/ppt/media/image3.png" Id="Red273882d7fc4e3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70399e41fd45ad" /><Relationship Type="http://schemas.openxmlformats.org/officeDocument/2006/relationships/image" Target="/ppt/media/image3.png" Id="R8ddbd42a85db4e5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963c32bc78424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3682ae2cb7474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5682f21ae5407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a7d7e297234bc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0a10b78178491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3b3a9c7ba1648b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13609b8011485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3ca28320e994b5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5fd564e6e74469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8278d7e74b94a6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8d8034d43a64b7f" /><Relationship Type="http://schemas.openxmlformats.org/officeDocument/2006/relationships/image" Target="/ppt/media/image.png" Id="Red945989335e4c10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3c1872fd0624fea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f3b2b434ef447c0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ee2a7f670c74ead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f704d91943d4a4c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f7c67b815034733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3635b514a734143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845eaa731534c71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d725b7367b340e8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9f201004a9840fe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82016897846483a" /></Relationships>
</file>

<file path=ppt/slideLayouts/slideLayout1.xml><?xml version="1.0" encoding="utf-8"?>
<p:sldLayout xmlns:p="http://schemas.openxmlformats.org/presentationml/2006/main" matchingName="標題及物件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9">
            <a:extLst xmlns:a="http://schemas.openxmlformats.org/drawingml/2006/main">
              <a:ext uri="{FF2B5EF4-FFF2-40B4-BE49-F238E27FC236}">
                <a16:creationId xmlns:a16="http://schemas.microsoft.com/office/drawing/2014/main" id="{8E3AB211-8332-46DF-9380-C6A1DB02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87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Google Shape;28;p9">
            <a:extLst xmlns:a="http://schemas.openxmlformats.org/drawingml/2006/main">
              <a:ext uri="{FF2B5EF4-FFF2-40B4-BE49-F238E27FC236}">
                <a16:creationId xmlns:a16="http://schemas.microsoft.com/office/drawing/2014/main" id="{BB59D6E9-17C9-47EA-A17F-76D2B11B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5636876" y="312404"/>
            <a:ext cx="918248" cy="12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Google Shape;29;p9">
            <a:extLst xmlns:a="http://schemas.openxmlformats.org/drawingml/2006/main">
              <a:ext uri="{FF2B5EF4-FFF2-40B4-BE49-F238E27FC236}">
                <a16:creationId xmlns:a16="http://schemas.microsoft.com/office/drawing/2014/main" id="{F8B75DF3-4A56-4EEA-A549-E5E1C41B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3504" y="6301440"/>
            <a:ext cx="9267855" cy="56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B0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Google Shape;30;p9">
            <a:extLst xmlns:a="http://schemas.openxmlformats.org/drawingml/2006/main">
              <a:ext uri="{FF2B5EF4-FFF2-40B4-BE49-F238E27FC236}">
                <a16:creationId xmlns:a16="http://schemas.microsoft.com/office/drawing/2014/main" id="{BB01CC4B-8F0B-4229-A5FF-B7D9E3E7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318415" y="6302504"/>
            <a:ext cx="2873585" cy="5639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609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Google Shape;33;p9">
            <a:extLst xmlns:a="http://schemas.openxmlformats.org/drawingml/2006/main">
              <a:ext uri="{FF2B5EF4-FFF2-40B4-BE49-F238E27FC236}">
                <a16:creationId xmlns:a16="http://schemas.microsoft.com/office/drawing/2014/main" id="{24ABFAE7-C161-4AD3-AE44-488D704230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39352" y="1052736"/>
            <a:ext cx="11713301" cy="5123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14528" indent="-3429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72"/>
              <a:buFont typeface="Wingdings"/>
              <a:buChar char="p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rgbClr val="FFC000"/>
              </a:buClr>
              <a:buSzPts val="2000"/>
              <a:buFont typeface="Noto Sans Symbols"/>
              <a:buChar char="◆"/>
              <a:defRPr sz="2000">
                <a:latin typeface="Arial"/>
                <a:ea typeface="Arial"/>
                <a:cs typeface="Arial"/>
              </a:defRPr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Noto Sans Symbols"/>
              <a:buChar char="●"/>
              <a:defRPr sz="1800">
                <a:latin typeface="Arial"/>
                <a:ea typeface="Arial"/>
                <a:cs typeface="Arial"/>
              </a:defRPr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rgbClr val="FFC000"/>
              </a:buClr>
              <a:buSzPts val="1600"/>
              <a:buFont typeface="Noto Sans Symbols"/>
              <a:buChar char="■"/>
              <a:defRPr sz="1600">
                <a:latin typeface="Arial"/>
                <a:ea typeface="Arial"/>
                <a:cs typeface="Arial"/>
              </a:defRPr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rgbClr val="17365D"/>
              </a:buClr>
              <a:buSzPts val="1600"/>
              <a:buChar char="»"/>
              <a:defRPr sz="1600">
                <a:latin typeface="Arial"/>
                <a:ea typeface="Arial"/>
                <a:cs typeface="Arial"/>
              </a:defRPr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9">
            <a:extLst xmlns:a="http://schemas.openxmlformats.org/drawingml/2006/main">
              <a:ext uri="{FF2B5EF4-FFF2-40B4-BE49-F238E27FC236}">
                <a16:creationId xmlns:a16="http://schemas.microsoft.com/office/drawing/2014/main" id="{F4AF2CED-0F4A-49A7-BAB2-3BA1DCF9A9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9352" y="116632"/>
            <a:ext cx="11713301" cy="72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cap="none">
                <a:solidFill>
                  <a:schemeClr val="dk1"/>
                </a:solidFill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5" name="Google Shape;35;p9">
            <a:extLst xmlns:a="http://schemas.openxmlformats.org/drawingml/2006/main">
              <a:ext uri="{FF2B5EF4-FFF2-40B4-BE49-F238E27FC236}">
                <a16:creationId xmlns:a16="http://schemas.microsoft.com/office/drawing/2014/main" id="{FDC23270-DB7C-4DF4-AB44-FC95F382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0316" y="884337"/>
            <a:ext cx="1632181" cy="14401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171EBFE6-D8E8-4891-ACF8-C6449C80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4337"/>
            <a:ext cx="9264352" cy="1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609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8A5A7EFA-42CB-4984-B189-4E95AD36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6480" y="884337"/>
            <a:ext cx="1775520" cy="1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609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06773C49-414C-4F10-B22D-8DE89BB2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16" y="883275"/>
            <a:ext cx="1044000" cy="1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B0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1D3207C7-BD0B-4626-B2E1-338B952A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256" y="6302507"/>
            <a:ext cx="4224469" cy="55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 u="none" cap="none">
                <a:solidFill>
                  <a:srgbClr val="FFFF00"/>
                </a:solidFill>
                <a:latin typeface="Overlock"/>
                <a:ea typeface="Overlock"/>
                <a:cs typeface="Overlock"/>
              </a:rPr>
              <a:t> </a:t>
            </a:r>
            <a:r>
              <a:rPr sz="2400" b="0" i="0" u="none" cap="none">
                <a:solidFill>
                  <a:srgbClr val="92CCDC"/>
                </a:solidFill>
                <a:latin typeface="Caveat"/>
                <a:ea typeface="Caveat"/>
                <a:cs typeface="Caveat"/>
              </a:rPr>
              <a:t>NanoSTLab</a:t>
            </a:r>
            <a:r>
              <a:rPr sz="2400" b="0" i="0" u="none" cap="none">
                <a:solidFill>
                  <a:srgbClr val="92CCDC"/>
                </a:solidFill>
                <a:latin typeface="Caveat"/>
                <a:ea typeface="Caveat"/>
                <a:cs typeface="Caveat"/>
              </a:rPr>
              <a:t> </a:t>
            </a:r>
            <a:r>
              <a:rPr sz="2800" b="0" i="0" u="none" cap="none">
                <a:solidFill>
                  <a:srgbClr val="92CCDC"/>
                </a:solidFill>
                <a:latin typeface="Caveat"/>
                <a:ea typeface="Caveat"/>
                <a:cs typeface="Caveat"/>
              </a:rPr>
              <a:t> </a:t>
            </a:r>
            <a:endParaRPr sz="2800" b="0" i="0" u="none" cap="none">
              <a:solidFill>
                <a:srgbClr val="92CCDC"/>
              </a:solidFill>
              <a:latin typeface="Caveat"/>
              <a:ea typeface="Caveat"/>
              <a:cs typeface="Caveat"/>
            </a:endParaRPr>
          </a:p>
        </p:txBody>
      </p:sp>
      <p:sp>
        <p:nvSpPr>
          <p:cNvPr id="41" name="Google Shape;41;p9">
            <a:extLst xmlns:a="http://schemas.openxmlformats.org/drawingml/2006/main">
              <a:ext uri="{FF2B5EF4-FFF2-40B4-BE49-F238E27FC236}">
                <a16:creationId xmlns:a16="http://schemas.microsoft.com/office/drawing/2014/main" id="{E363E066-75BC-4C6C-A786-6B4B297B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19" y="6379471"/>
            <a:ext cx="6275807" cy="40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National Yang Ming </a:t>
            </a:r>
            <a:r>
              <a:rPr sz="2000" b="1" i="0" u="none" cap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Chiao</a:t>
            </a:r>
            <a:r>
              <a:rPr sz="2000" b="1" i="0" u="none" cap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 Tung University </a:t>
            </a:r>
            <a:endParaRPr sz="1200">
              <a:latin typeface="+mn-lt"/>
              <a:ea typeface="+mn-lt"/>
              <a:cs typeface="+mn-lt"/>
            </a:endParaRPr>
          </a:p>
        </p:txBody>
      </p:sp>
      <p:pic>
        <p:nvPicPr>
          <p:cNvPr id="55" name="圖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4f744ca2048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8992" y="6176118"/>
            <a:ext cx="828324" cy="827956"/>
          </a:xfrm>
          <a:prstGeom xmlns:a="http://schemas.openxmlformats.org/drawingml/2006/main" prst="rect">
            <a:avLst/>
          </a:prstGeom>
        </p:spPr>
      </p:pic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99123295-4D01-4971-BD81-A1BA0F245B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9874BBA3-451E-4787-B9B0-3816882D25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2BCB076E-ABE3-40C8-81DC-4455DE8368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64090" y="6421073"/>
            <a:ext cx="28448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章節標題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57CFCA04-C523-42E8-9120-482C36E117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11"/>
            <a:ext cx="103632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10">
            <a:extLst xmlns:a="http://schemas.openxmlformats.org/drawingml/2006/main">
              <a:ext uri="{FF2B5EF4-FFF2-40B4-BE49-F238E27FC236}">
                <a16:creationId xmlns:a16="http://schemas.microsoft.com/office/drawing/2014/main" id="{D3CAFF59-5129-4504-86B5-B8EB26350F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10">
            <a:extLst xmlns:a="http://schemas.openxmlformats.org/drawingml/2006/main">
              <a:ext uri="{FF2B5EF4-FFF2-40B4-BE49-F238E27FC236}">
                <a16:creationId xmlns:a16="http://schemas.microsoft.com/office/drawing/2014/main" id="{42BBDCB3-3D88-4341-A5F3-E6B4F8308F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3392" y="6381339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10">
            <a:extLst xmlns:a="http://schemas.openxmlformats.org/drawingml/2006/main">
              <a:ext uri="{FF2B5EF4-FFF2-40B4-BE49-F238E27FC236}">
                <a16:creationId xmlns:a16="http://schemas.microsoft.com/office/drawing/2014/main" id="{B1CB9C76-B27F-4793-A19B-44C004BDAC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61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10">
            <a:extLst xmlns:a="http://schemas.openxmlformats.org/drawingml/2006/main">
              <a:ext uri="{FF2B5EF4-FFF2-40B4-BE49-F238E27FC236}">
                <a16:creationId xmlns:a16="http://schemas.microsoft.com/office/drawing/2014/main" id="{24F93B23-4536-4B1D-BE81-ACED7B638A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61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兩項物件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1">
            <a:extLst xmlns:a="http://schemas.openxmlformats.org/drawingml/2006/main">
              <a:ext uri="{FF2B5EF4-FFF2-40B4-BE49-F238E27FC236}">
                <a16:creationId xmlns:a16="http://schemas.microsoft.com/office/drawing/2014/main" id="{88AC30D1-B6FF-4254-A676-02ABD28505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0" name="Google Shape;50;p11">
            <a:extLst xmlns:a="http://schemas.openxmlformats.org/drawingml/2006/main">
              <a:ext uri="{FF2B5EF4-FFF2-40B4-BE49-F238E27FC236}">
                <a16:creationId xmlns:a16="http://schemas.microsoft.com/office/drawing/2014/main" id="{538C0B01-C61D-4E1D-A8BF-E38579449F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6"/>
            <a:ext cx="53848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11">
            <a:extLst xmlns:a="http://schemas.openxmlformats.org/drawingml/2006/main">
              <a:ext uri="{FF2B5EF4-FFF2-40B4-BE49-F238E27FC236}">
                <a16:creationId xmlns:a16="http://schemas.microsoft.com/office/drawing/2014/main" id="{15A02FAE-C8DD-49BE-998B-63CBAC987E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97600" y="1600206"/>
            <a:ext cx="53848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11">
            <a:extLst xmlns:a="http://schemas.openxmlformats.org/drawingml/2006/main">
              <a:ext uri="{FF2B5EF4-FFF2-40B4-BE49-F238E27FC236}">
                <a16:creationId xmlns:a16="http://schemas.microsoft.com/office/drawing/2014/main" id="{4141DDFF-E169-48B0-BC54-512C822D33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3392" y="6381339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Google Shape;53;p11">
            <a:extLst xmlns:a="http://schemas.openxmlformats.org/drawingml/2006/main">
              <a:ext uri="{FF2B5EF4-FFF2-40B4-BE49-F238E27FC236}">
                <a16:creationId xmlns:a16="http://schemas.microsoft.com/office/drawing/2014/main" id="{D600C36A-7AFF-4CD4-8A85-F7308F160D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61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4" name="Google Shape;54;p11">
            <a:extLst xmlns:a="http://schemas.openxmlformats.org/drawingml/2006/main">
              <a:ext uri="{FF2B5EF4-FFF2-40B4-BE49-F238E27FC236}">
                <a16:creationId xmlns:a16="http://schemas.microsoft.com/office/drawing/2014/main" id="{101CBC56-D59A-4F4B-B801-E35AF8338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61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比對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12">
            <a:extLst xmlns:a="http://schemas.openxmlformats.org/drawingml/2006/main">
              <a:ext uri="{FF2B5EF4-FFF2-40B4-BE49-F238E27FC236}">
                <a16:creationId xmlns:a16="http://schemas.microsoft.com/office/drawing/2014/main" id="{C900571D-50CF-403C-BDF9-67719AB793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12">
            <a:extLst xmlns:a="http://schemas.openxmlformats.org/drawingml/2006/main">
              <a:ext uri="{FF2B5EF4-FFF2-40B4-BE49-F238E27FC236}">
                <a16:creationId xmlns:a16="http://schemas.microsoft.com/office/drawing/2014/main" id="{833793A7-25FC-4401-951F-4DDCF37677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58" name="Google Shape;58;p12">
            <a:extLst xmlns:a="http://schemas.openxmlformats.org/drawingml/2006/main">
              <a:ext uri="{FF2B5EF4-FFF2-40B4-BE49-F238E27FC236}">
                <a16:creationId xmlns:a16="http://schemas.microsoft.com/office/drawing/2014/main" id="{D7F7D571-D2F9-4A2D-83EB-6A83E8BCDB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" y="2174875"/>
            <a:ext cx="5386917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59" name="Google Shape;59;p12">
            <a:extLst xmlns:a="http://schemas.openxmlformats.org/drawingml/2006/main">
              <a:ext uri="{FF2B5EF4-FFF2-40B4-BE49-F238E27FC236}">
                <a16:creationId xmlns:a16="http://schemas.microsoft.com/office/drawing/2014/main" id="{20FAFE50-37C6-4DC8-BDAA-915521DA730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74" y="1535113"/>
            <a:ext cx="5389033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12">
            <a:extLst xmlns:a="http://schemas.openxmlformats.org/drawingml/2006/main">
              <a:ext uri="{FF2B5EF4-FFF2-40B4-BE49-F238E27FC236}">
                <a16:creationId xmlns:a16="http://schemas.microsoft.com/office/drawing/2014/main" id="{078D1D18-F301-485F-87D3-851C75C460E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93374" y="2174875"/>
            <a:ext cx="5389033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61" name="Google Shape;61;p12">
            <a:extLst xmlns:a="http://schemas.openxmlformats.org/drawingml/2006/main">
              <a:ext uri="{FF2B5EF4-FFF2-40B4-BE49-F238E27FC236}">
                <a16:creationId xmlns:a16="http://schemas.microsoft.com/office/drawing/2014/main" id="{D39C0B53-712D-41A9-AF25-BB25D85C46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3392" y="6381339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12">
            <a:extLst xmlns:a="http://schemas.openxmlformats.org/drawingml/2006/main">
              <a:ext uri="{FF2B5EF4-FFF2-40B4-BE49-F238E27FC236}">
                <a16:creationId xmlns:a16="http://schemas.microsoft.com/office/drawing/2014/main" id="{ABDC864F-352D-40D9-A44D-59B1E7CED9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61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3" name="Google Shape;63;p12">
            <a:extLst xmlns:a="http://schemas.openxmlformats.org/drawingml/2006/main">
              <a:ext uri="{FF2B5EF4-FFF2-40B4-BE49-F238E27FC236}">
                <a16:creationId xmlns:a16="http://schemas.microsoft.com/office/drawing/2014/main" id="{C8A479DE-C307-471B-A79B-D73CE9B250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61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4">
            <a:extLst xmlns:a="http://schemas.openxmlformats.org/drawingml/2006/main">
              <a:ext uri="{FF2B5EF4-FFF2-40B4-BE49-F238E27FC236}">
                <a16:creationId xmlns:a16="http://schemas.microsoft.com/office/drawing/2014/main" id="{E07EE54F-F738-422D-A235-5496807191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3392" y="6381339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Google Shape;71;p14">
            <a:extLst xmlns:a="http://schemas.openxmlformats.org/drawingml/2006/main">
              <a:ext uri="{FF2B5EF4-FFF2-40B4-BE49-F238E27FC236}">
                <a16:creationId xmlns:a16="http://schemas.microsoft.com/office/drawing/2014/main" id="{5F227A03-A928-4BBA-8777-9AD689ACEE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61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2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AF5601B0-363E-4CF2-ACF6-427A38A42C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61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含標題的內容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15">
            <a:extLst xmlns:a="http://schemas.openxmlformats.org/drawingml/2006/main">
              <a:ext uri="{FF2B5EF4-FFF2-40B4-BE49-F238E27FC236}">
                <a16:creationId xmlns:a16="http://schemas.microsoft.com/office/drawing/2014/main" id="{02E21E42-F036-4469-A251-1046851AAB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3" y="273050"/>
            <a:ext cx="4011084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5" name="Google Shape;75;p15">
            <a:extLst xmlns:a="http://schemas.openxmlformats.org/drawingml/2006/main">
              <a:ext uri="{FF2B5EF4-FFF2-40B4-BE49-F238E27FC236}">
                <a16:creationId xmlns:a16="http://schemas.microsoft.com/office/drawing/2014/main" id="{D5FADEF6-5624-4649-AD30-ECB558D6CC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66737" y="273061"/>
            <a:ext cx="6815667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15">
            <a:extLst xmlns:a="http://schemas.openxmlformats.org/drawingml/2006/main">
              <a:ext uri="{FF2B5EF4-FFF2-40B4-BE49-F238E27FC236}">
                <a16:creationId xmlns:a16="http://schemas.microsoft.com/office/drawing/2014/main" id="{A44ED080-2661-4680-A5CF-58D5C87AF5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3" y="1435103"/>
            <a:ext cx="4011084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5">
            <a:extLst xmlns:a="http://schemas.openxmlformats.org/drawingml/2006/main">
              <a:ext uri="{FF2B5EF4-FFF2-40B4-BE49-F238E27FC236}">
                <a16:creationId xmlns:a16="http://schemas.microsoft.com/office/drawing/2014/main" id="{1F5C6FFC-498B-4639-8DD8-49BA44F293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3392" y="6381339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8" name="Google Shape;78;p15">
            <a:extLst xmlns:a="http://schemas.openxmlformats.org/drawingml/2006/main">
              <a:ext uri="{FF2B5EF4-FFF2-40B4-BE49-F238E27FC236}">
                <a16:creationId xmlns:a16="http://schemas.microsoft.com/office/drawing/2014/main" id="{1417EA38-0DAD-4F54-AB42-4446635B05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61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9" name="Google Shape;79;p15">
            <a:extLst xmlns:a="http://schemas.openxmlformats.org/drawingml/2006/main">
              <a:ext uri="{FF2B5EF4-FFF2-40B4-BE49-F238E27FC236}">
                <a16:creationId xmlns:a16="http://schemas.microsoft.com/office/drawing/2014/main" id="{D0B0CDB3-AADA-4540-A04A-036CA9CBB1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61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含標題的圖片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Google Shape;81;p16">
            <a:extLst xmlns:a="http://schemas.openxmlformats.org/drawingml/2006/main">
              <a:ext uri="{FF2B5EF4-FFF2-40B4-BE49-F238E27FC236}">
                <a16:creationId xmlns:a16="http://schemas.microsoft.com/office/drawing/2014/main" id="{F5ED22B5-6047-4AF2-9E93-9855CBAD25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2" name="Google Shape;82;p16">
            <a:extLst xmlns:a="http://schemas.openxmlformats.org/drawingml/2006/main">
              <a:ext uri="{FF2B5EF4-FFF2-40B4-BE49-F238E27FC236}">
                <a16:creationId xmlns:a16="http://schemas.microsoft.com/office/drawing/2014/main" id="{946275D6-554F-47D4-A53E-82B8D5BD2E9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389717" y="612775"/>
            <a:ext cx="73152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6">
            <a:extLst xmlns:a="http://schemas.openxmlformats.org/drawingml/2006/main">
              <a:ext uri="{FF2B5EF4-FFF2-40B4-BE49-F238E27FC236}">
                <a16:creationId xmlns:a16="http://schemas.microsoft.com/office/drawing/2014/main" id="{81F39706-B1B8-4CB3-B53B-3ABEF1A313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389717" y="5367338"/>
            <a:ext cx="73152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>
            <a:endParaRPr/>
          </a:p>
        </p:txBody>
      </p:sp>
      <p:sp>
        <p:nvSpPr>
          <p:cNvPr id="84" name="Google Shape;84;p16">
            <a:extLst xmlns:a="http://schemas.openxmlformats.org/drawingml/2006/main">
              <a:ext uri="{FF2B5EF4-FFF2-40B4-BE49-F238E27FC236}">
                <a16:creationId xmlns:a16="http://schemas.microsoft.com/office/drawing/2014/main" id="{3136E538-0A5D-4DE1-B72D-99306448CA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3392" y="6381339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6">
            <a:extLst xmlns:a="http://schemas.openxmlformats.org/drawingml/2006/main">
              <a:ext uri="{FF2B5EF4-FFF2-40B4-BE49-F238E27FC236}">
                <a16:creationId xmlns:a16="http://schemas.microsoft.com/office/drawing/2014/main" id="{7EBDB6B0-FBB3-4C6F-A70D-48538DC53E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61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6" name="Google Shape;86;p16">
            <a:extLst xmlns:a="http://schemas.openxmlformats.org/drawingml/2006/main">
              <a:ext uri="{FF2B5EF4-FFF2-40B4-BE49-F238E27FC236}">
                <a16:creationId xmlns:a16="http://schemas.microsoft.com/office/drawing/2014/main" id="{3366F036-E490-49D6-86D2-4E09EAD38E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61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標題及直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17">
            <a:extLst xmlns:a="http://schemas.openxmlformats.org/drawingml/2006/main">
              <a:ext uri="{FF2B5EF4-FFF2-40B4-BE49-F238E27FC236}">
                <a16:creationId xmlns:a16="http://schemas.microsoft.com/office/drawing/2014/main" id="{86F95E2E-AE66-45E3-A3A7-E277B25CF9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9" name="Google Shape;89;p17">
            <a:extLst xmlns:a="http://schemas.openxmlformats.org/drawingml/2006/main">
              <a:ext uri="{FF2B5EF4-FFF2-40B4-BE49-F238E27FC236}">
                <a16:creationId xmlns:a16="http://schemas.microsoft.com/office/drawing/2014/main" id="{D1F853FE-4D8C-4438-B291-EF77419A84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833019" y="-1623213"/>
            <a:ext cx="4525963" cy="109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0" name="Google Shape;90;p17">
            <a:extLst xmlns:a="http://schemas.openxmlformats.org/drawingml/2006/main">
              <a:ext uri="{FF2B5EF4-FFF2-40B4-BE49-F238E27FC236}">
                <a16:creationId xmlns:a16="http://schemas.microsoft.com/office/drawing/2014/main" id="{3A319096-8CAE-4FAF-B266-472116F9F6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3392" y="6381339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1" name="Google Shape;91;p17">
            <a:extLst xmlns:a="http://schemas.openxmlformats.org/drawingml/2006/main">
              <a:ext uri="{FF2B5EF4-FFF2-40B4-BE49-F238E27FC236}">
                <a16:creationId xmlns:a16="http://schemas.microsoft.com/office/drawing/2014/main" id="{862C00B1-E03A-49CF-A1C5-99A4722DE1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61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2" name="Google Shape;92;p17">
            <a:extLst xmlns:a="http://schemas.openxmlformats.org/drawingml/2006/main">
              <a:ext uri="{FF2B5EF4-FFF2-40B4-BE49-F238E27FC236}">
                <a16:creationId xmlns:a16="http://schemas.microsoft.com/office/drawing/2014/main" id="{7DA4B52F-3E47-4B7D-9FA6-1FE29C2373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61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直排標題及文字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75EC8D0F-5943-421E-9705-3C8B60F39D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285038" y="1828811"/>
            <a:ext cx="58515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C9957CC0-313A-4E4C-AA70-41C1EB4FC7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697039" y="-812789"/>
            <a:ext cx="5851525" cy="802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6" name="Google Shape;96;p18">
            <a:extLst xmlns:a="http://schemas.openxmlformats.org/drawingml/2006/main">
              <a:ext uri="{FF2B5EF4-FFF2-40B4-BE49-F238E27FC236}">
                <a16:creationId xmlns:a16="http://schemas.microsoft.com/office/drawing/2014/main" id="{B25E4F1D-C77B-4E9C-80F1-2C60EFAFE1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3392" y="6381339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7" name="Google Shape;97;p18">
            <a:extLst xmlns:a="http://schemas.openxmlformats.org/drawingml/2006/main">
              <a:ext uri="{FF2B5EF4-FFF2-40B4-BE49-F238E27FC236}">
                <a16:creationId xmlns:a16="http://schemas.microsoft.com/office/drawing/2014/main" id="{2CAF0991-6723-4D0A-BA4A-CFE67F9901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61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8" name="Google Shape;98;p18">
            <a:extLst xmlns:a="http://schemas.openxmlformats.org/drawingml/2006/main">
              <a:ext uri="{FF2B5EF4-FFF2-40B4-BE49-F238E27FC236}">
                <a16:creationId xmlns:a16="http://schemas.microsoft.com/office/drawing/2014/main" id="{D300E2AF-73C9-412D-B5E0-20CAE180E3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61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自訂版面配置">
  <p:cSld name="自訂版面配置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524A0371-0981-47F5-ABAA-8B997BC707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7B76F141-B59B-4E86-96CE-B76FD845D7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3392" y="6381339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B0161DFF-36FA-486D-A5CA-09AC72D2E2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61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AF400205-EDE8-451D-8C65-2AC16541AD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61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圓角矩形 13">
            <a:extLst xmlns:a="http://schemas.openxmlformats.org/drawingml/2006/main">
              <a:ext uri="{FF2B5EF4-FFF2-40B4-BE49-F238E27FC236}">
                <a16:creationId xmlns:a16="http://schemas.microsoft.com/office/drawing/2014/main" id="{5DD18899-EB04-4F7F-998A-7E4C4E4D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71" y="2961327"/>
            <a:ext cx="2435047" cy="3600400"/>
          </a:xfrm>
          <a:prstGeom xmlns:a="http://schemas.openxmlformats.org/drawingml/2006/main" prst="roundRect">
            <a:avLst>
              <a:gd name="adj" fmla="val 6668"/>
            </a:avLst>
          </a:prstGeom>
          <a:solidFill xmlns:a="http://schemas.openxmlformats.org/drawingml/2006/main">
            <a:srgbClr val="F9CB0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50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pic>
        <p:nvPicPr>
          <p:cNvPr id="23" name="圖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655b119dc448b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27651" y="2961327"/>
            <a:ext cx="9025004" cy="3600400"/>
          </a:xfrm>
          <a:prstGeom xmlns:a="http://schemas.openxmlformats.org/drawingml/2006/main" prst="roundRect">
            <a:avLst>
              <a:gd name="adj" fmla="val 7810"/>
            </a:avLst>
          </a:prstGeom>
          <a:ln xmlns:a="http://schemas.openxmlformats.org/drawingml/2006/main">
            <a:noFill/>
          </a:ln>
        </p:spPr>
      </p:pic>
      <p:sp>
        <p:nvSpPr>
          <p:cNvPr id="13" name="圓角矩形 12">
            <a:extLst xmlns:a="http://schemas.openxmlformats.org/drawingml/2006/main">
              <a:ext uri="{FF2B5EF4-FFF2-40B4-BE49-F238E27FC236}">
                <a16:creationId xmlns:a16="http://schemas.microsoft.com/office/drawing/2014/main" id="{F78AF0A7-DEBC-4968-9DA9-E833288D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1" y="260648"/>
            <a:ext cx="5014563" cy="2592288"/>
          </a:xfrm>
          <a:prstGeom xmlns:a="http://schemas.openxmlformats.org/drawingml/2006/main" prst="roundRect">
            <a:avLst>
              <a:gd name="adj" fmla="val 6953"/>
            </a:avLst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50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endParaRPr sz="1800"/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486F0BF-6756-422A-B1C4-58C22A0E717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023665" y="3135429"/>
            <a:ext cx="8832983" cy="21907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000" b="1" i="1" cap="none" spc="0">
                <a:ln w="12700">
                  <a:noFill/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D88FB061-C819-4079-8A18-B08D238CE3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023665" y="5531975"/>
            <a:ext cx="8832983" cy="10187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spcBef>
                <a:spcPts val="0"/>
              </a:spcBef>
              <a:buNone/>
              <a:defRPr sz="2000" b="0" cap="none" spc="0">
                <a:ln w="18415" cmpd="sng">
                  <a:noFill/>
                  <a:prstDash val="solid"/>
                </a:ln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  <p:pic>
        <p:nvPicPr>
          <p:cNvPr id="27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4c5c4b38b4cc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4105" y="260648"/>
            <a:ext cx="6432715" cy="2592288"/>
          </a:xfrm>
          <a:prstGeom xmlns:a="http://schemas.openxmlformats.org/drawingml/2006/main" prst="roundRect">
            <a:avLst>
              <a:gd name="adj" fmla="val 5606"/>
            </a:avLst>
          </a:prstGeom>
          <a:ln xmlns:a="http://schemas.openxmlformats.org/drawingml/2006/main">
            <a:noFill/>
          </a:ln>
        </p:spPr>
      </p:pic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273882d7fc4e3a">
            <a:clrChange>
              <a:clrFrom>
                <a:srgbClr val="864BCC"/>
              </a:clrFrom>
              <a:clrTo>
                <a:srgbClr val="864BCC">
                  <a:alpha val="0"/>
                </a:srgbClr>
              </a:clrTo>
            </a:clrChange>
          </a:blip>
          <a:srcRect xmlns:a="http://schemas.openxmlformats.org/drawingml/2006/main" l="33004" t="0" r="-1120" b="25803"/>
          <a:stretch xmlns:a="http://schemas.openxmlformats.org/drawingml/2006/main"/>
        </p:blipFill>
        <p:spPr>
          <a:xfrm xmlns:a="http://schemas.openxmlformats.org/drawingml/2006/main">
            <a:off x="344405" y="4767479"/>
            <a:ext cx="2193611" cy="1792104"/>
          </a:xfrm>
          <a:prstGeom xmlns:a="http://schemas.openxmlformats.org/drawingml/2006/main" prst="rect">
            <a:avLst/>
          </a:prstGeom>
        </p:spPr>
      </p:pic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E785B50A-FB3A-4033-8EE4-49DDA40D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77" y="3135415"/>
            <a:ext cx="2387041" cy="1569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/>
                <a:ea typeface="Berlin Sans FB Demi"/>
                <a:cs typeface="Berlin Sans FB Demi"/>
              </a:rPr>
              <a:t>National</a:t>
            </a:r>
            <a:r>
              <a: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/>
                <a:ea typeface="Berlin Sans FB Demi"/>
                <a:cs typeface="Berlin Sans FB Demi"/>
              </a:rPr>
              <a:t> </a:t>
            </a:r>
          </a:p>
          <a:p xmlns:a="http://schemas.openxmlformats.org/drawingml/2006/main">
            <a:pPr algn="l">
              <a:buNone/>
            </a:pPr>
            <a:r>
              <a: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/>
                <a:ea typeface="Berlin Sans FB Demi"/>
                <a:cs typeface="Berlin Sans FB Demi"/>
              </a:rPr>
              <a:t>Yang Ming</a:t>
            </a:r>
          </a:p>
          <a:p xmlns:a="http://schemas.openxmlformats.org/drawingml/2006/main">
            <a:pPr algn="l">
              <a:buNone/>
            </a:pPr>
            <a:r>
              <a: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/>
                <a:ea typeface="Berlin Sans FB Demi"/>
                <a:cs typeface="Berlin Sans FB Demi"/>
              </a:rPr>
              <a:t>Chiao</a:t>
            </a:r>
            <a:r>
              <a: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/>
                <a:ea typeface="Berlin Sans FB Demi"/>
                <a:cs typeface="Berlin Sans FB Demi"/>
              </a:rPr>
              <a:t> Tung </a:t>
            </a:r>
          </a:p>
          <a:p xmlns:a="http://schemas.openxmlformats.org/drawingml/2006/main">
            <a:pPr algn="l">
              <a:buNone/>
            </a:pPr>
            <a:r>
              <a: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/>
                <a:ea typeface="Berlin Sans FB Demi"/>
                <a:cs typeface="Berlin Sans FB Demi"/>
              </a:rPr>
              <a:t>University</a:t>
            </a:r>
            <a:r>
              <a: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/>
                <a:ea typeface="Berlin Sans FB Demi"/>
                <a:cs typeface="Berlin Sans FB Demi"/>
              </a:rPr>
              <a:t> </a:t>
            </a:r>
          </a:p>
        </p:txBody>
      </p:sp>
      <p:sp>
        <p:nvSpPr>
          <p:cNvPr id="18" name="文字方塊 17">
            <a:extLst xmlns:a="http://schemas.openxmlformats.org/drawingml/2006/main">
              <a:ext uri="{FF2B5EF4-FFF2-40B4-BE49-F238E27FC236}">
                <a16:creationId xmlns:a16="http://schemas.microsoft.com/office/drawing/2014/main" id="{9A8FAD89-9062-41A7-8448-7A645175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92830" y="1196422"/>
            <a:ext cx="8112396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0">
                <a:solidFill>
                  <a:srgbClr val="FFFF00"/>
                </a:solidFill>
                <a:latin typeface="Berlin Sans FB Demi"/>
                <a:ea typeface="Berlin Sans FB Demi"/>
                <a:cs typeface="Berlin Sans FB Demi"/>
              </a:rPr>
              <a:t> </a:t>
            </a:r>
            <a:r>
              <a:rPr sz="4400" b="0">
                <a:solidFill>
                  <a:schemeClr val="accent5">
                    <a:lumMod val="60000"/>
                    <a:lumOff val="40000"/>
                  </a:schemeClr>
                </a:solidFill>
                <a:latin typeface="Segoe Script"/>
                <a:ea typeface="Segoe Script"/>
                <a:cs typeface="Segoe Script"/>
              </a:rPr>
              <a:t>NanoST</a:t>
            </a:r>
            <a:r>
              <a:rPr sz="2800" b="0">
                <a:solidFill>
                  <a:schemeClr val="accent5">
                    <a:lumMod val="60000"/>
                    <a:lumOff val="40000"/>
                  </a:schemeClr>
                </a:solidFill>
                <a:latin typeface="Segoe Script"/>
                <a:ea typeface="Segoe Script"/>
                <a:cs typeface="Segoe Script"/>
              </a:rPr>
              <a:t>Lab</a:t>
            </a:r>
            <a:r>
              <a:rPr sz="4400" b="0">
                <a:solidFill>
                  <a:schemeClr val="accent5">
                    <a:lumMod val="60000"/>
                    <a:lumOff val="40000"/>
                  </a:schemeClr>
                </a:solidFill>
                <a:latin typeface="Segoe Script"/>
                <a:ea typeface="Segoe Script"/>
                <a:cs typeface="Segoe Script"/>
              </a:rPr>
              <a:t>  </a:t>
            </a:r>
            <a:endParaRPr sz="4400" b="0">
              <a:solidFill>
                <a:schemeClr val="accent5">
                  <a:lumMod val="60000"/>
                  <a:lumOff val="40000"/>
                </a:schemeClr>
              </a:solidFill>
              <a:latin typeface="Segoe Script"/>
              <a:ea typeface="Segoe Script"/>
              <a:cs typeface="Segoe Script"/>
            </a:endParaRPr>
          </a:p>
        </p:txBody>
      </p:sp>
      <p:sp>
        <p:nvSpPr>
          <p:cNvPr id="6" name="圓角矩形 5">
            <a:extLst xmlns:a="http://schemas.openxmlformats.org/drawingml/2006/main">
              <a:ext uri="{FF2B5EF4-FFF2-40B4-BE49-F238E27FC236}">
                <a16:creationId xmlns:a16="http://schemas.microsoft.com/office/drawing/2014/main" id="{AE03CA4A-06C0-42AC-8CB6-93606F31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1" y="1887432"/>
            <a:ext cx="5014563" cy="457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</p:spTree>
  </p:cSld>
</p:sldLayout>
</file>

<file path=ppt/slideLayouts/slideLayout1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54BCA00-B2A6-473B-9B97-97AC7172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87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EA0F4E6-E87B-4EE1-87A4-3E209E6E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636876" y="312404"/>
            <a:ext cx="918248" cy="12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DC7B23F-7D58-480E-BFFE-F43F1579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3502" y="6037517"/>
            <a:ext cx="7389027" cy="8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B0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5">
              <a:shade val="50000"/>
            </a:schemeClr>
          </a:lnRef>
          <a:fillRef xmlns:a="http://schemas.openxmlformats.org/drawingml/2006/main" idx="1">
            <a:schemeClr val="accent5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>
              <a:solidFill>
                <a:srgbClr val="FFFF00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CE46C92-5249-4BC8-95FC-D69D9472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485735" y="6038882"/>
            <a:ext cx="3706268" cy="8275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50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2" name="直角三角形 11">
            <a:extLst xmlns:a="http://schemas.openxmlformats.org/drawingml/2006/main">
              <a:ext uri="{FF2B5EF4-FFF2-40B4-BE49-F238E27FC236}">
                <a16:creationId xmlns:a16="http://schemas.microsoft.com/office/drawing/2014/main" id="{8DEF4A6B-D113-48D8-91B3-E6619267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989" y="6037517"/>
            <a:ext cx="932971" cy="828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9CB0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50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>
              <a:ln>
                <a:solidFill>
                  <a:schemeClr val="tx1"/>
                </a:solidFill>
              </a:ln>
              <a:solidFill>
                <a:srgbClr val="FFFF00"/>
              </a:solidFill>
            </a:endParaRPr>
          </a:p>
        </p:txBody>
      </p:sp>
      <p:sp>
        <p:nvSpPr>
          <p:cNvPr id="13" name="直角三角形 12">
            <a:extLst xmlns:a="http://schemas.openxmlformats.org/drawingml/2006/main">
              <a:ext uri="{FF2B5EF4-FFF2-40B4-BE49-F238E27FC236}">
                <a16:creationId xmlns:a16="http://schemas.microsoft.com/office/drawing/2014/main" id="{CD820C0A-8FFD-497F-A259-4C2637FA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556481" y="6038333"/>
            <a:ext cx="932971" cy="828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5">
              <a:shade val="50000"/>
            </a:schemeClr>
          </a:lnRef>
          <a:fillRef xmlns:a="http://schemas.openxmlformats.org/drawingml/2006/main" idx="1">
            <a:schemeClr val="accent5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AE702298-2849-4783-98E1-9ECAE22EFC8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9352" y="1052736"/>
            <a:ext cx="11713301" cy="4809534"/>
          </a:xfrm>
        </p:spPr>
        <p:txBody>
          <a:bodyPr xmlns:a="http://schemas.openxmlformats.org/drawingml/2006/main"/>
          <a:lstStyle xmlns:a="http://schemas.openxmlformats.org/drawingml/2006/main">
            <a:lvl1pPr marL="342882" indent="-342882">
              <a:buClr>
                <a:schemeClr val="tx2"/>
              </a:buClr>
              <a:buSzPct val="103000"/>
              <a:buFont typeface="Wingdings"/>
              <a:buChar char="p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13" indent="-285737">
              <a:buClr>
                <a:srgbClr val="FFC000"/>
              </a:buClr>
              <a:buFont typeface="Wingdings"/>
              <a:buChar char="u"/>
              <a:defRPr sz="2000">
                <a:latin typeface="Arial"/>
                <a:ea typeface="Arial"/>
                <a:cs typeface="Arial"/>
              </a:defRPr>
            </a:lvl2pPr>
            <a:lvl3pPr marL="1142942" indent="-228589">
              <a:buClr>
                <a:schemeClr val="tx2">
                  <a:lumMod val="75000"/>
                </a:schemeClr>
              </a:buClr>
              <a:buFont typeface="Wingdings"/>
              <a:buChar char="l"/>
              <a:defRPr sz="1800">
                <a:latin typeface="Arial"/>
                <a:ea typeface="Arial"/>
                <a:cs typeface="Arial"/>
              </a:defRPr>
            </a:lvl3pPr>
            <a:lvl4pPr marL="1600120" indent="-228589">
              <a:buClr>
                <a:srgbClr val="FFC000"/>
              </a:buClr>
              <a:buFont typeface="Wingdings"/>
              <a:buChar char="n"/>
              <a:defRPr sz="1600">
                <a:latin typeface="Arial"/>
                <a:ea typeface="Arial"/>
                <a:cs typeface="Arial"/>
              </a:defRPr>
            </a:lvl4pPr>
            <a:lvl5pPr>
              <a:buClr>
                <a:schemeClr val="tx2">
                  <a:lumMod val="75000"/>
                </a:schemeClr>
              </a:buClr>
              <a:buNone/>
              <a:defRPr sz="160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0B60E5A-53F4-4504-B451-62786018F8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9352" y="116632"/>
            <a:ext cx="11713301" cy="7200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algn="l">
              <a:buNone/>
              <a:defRPr sz="3600" b="0" cap="none" spc="0">
                <a:ln w="12700">
                  <a:noFill/>
                  <a:prstDash val="solid"/>
                </a:ln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C499AA4-D75A-4816-8E7C-6D5E5F6B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0316" y="836712"/>
            <a:ext cx="1632181" cy="14401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16D8286-4529-49F1-A509-579EFF59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6712"/>
            <a:ext cx="9264352" cy="14401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72F1C06-80F4-4AD8-89A1-6075E967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6480" y="836712"/>
            <a:ext cx="1775520" cy="14401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8E4059D-5801-4891-A05A-053C8A3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369" y="836712"/>
            <a:ext cx="960107" cy="144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B0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0" name="文字方塊 19">
            <a:extLst xmlns:a="http://schemas.openxmlformats.org/drawingml/2006/main">
              <a:ext uri="{FF2B5EF4-FFF2-40B4-BE49-F238E27FC236}">
                <a16:creationId xmlns:a16="http://schemas.microsoft.com/office/drawing/2014/main" id="{0194E689-95AC-4CC9-AAF5-E1FA2317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256" y="6302507"/>
            <a:ext cx="4224469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0">
                <a:solidFill>
                  <a:srgbClr val="FFFF00"/>
                </a:solidFill>
                <a:latin typeface="Berlin Sans FB Demi"/>
                <a:ea typeface="Berlin Sans FB Demi"/>
                <a:cs typeface="Berlin Sans FB Demi"/>
              </a:rPr>
              <a:t> </a:t>
            </a:r>
            <a:r>
              <a:rPr sz="2400" b="0">
                <a:solidFill>
                  <a:schemeClr val="accent5">
                    <a:lumMod val="60000"/>
                    <a:lumOff val="40000"/>
                  </a:schemeClr>
                </a:solidFill>
                <a:latin typeface="Segoe Script"/>
                <a:ea typeface="Segoe Script"/>
                <a:cs typeface="Segoe Script"/>
              </a:rPr>
              <a:t>NanoSTLab</a:t>
            </a:r>
            <a:r>
              <a:rPr sz="2400" b="0">
                <a:solidFill>
                  <a:schemeClr val="accent5">
                    <a:lumMod val="60000"/>
                    <a:lumOff val="40000"/>
                  </a:schemeClr>
                </a:solidFill>
                <a:latin typeface="Segoe Script"/>
                <a:ea typeface="Segoe Script"/>
                <a:cs typeface="Segoe Script"/>
              </a:rPr>
              <a:t> </a:t>
            </a:r>
            <a:r>
              <a:rPr sz="2800" b="0">
                <a:solidFill>
                  <a:schemeClr val="accent5">
                    <a:lumMod val="60000"/>
                    <a:lumOff val="40000"/>
                  </a:schemeClr>
                </a:solidFill>
                <a:latin typeface="Segoe Script"/>
                <a:ea typeface="Segoe Script"/>
                <a:cs typeface="Segoe Script"/>
              </a:rPr>
              <a:t> </a:t>
            </a:r>
            <a:endParaRPr sz="2800" b="0">
              <a:solidFill>
                <a:schemeClr val="accent5">
                  <a:lumMod val="60000"/>
                  <a:lumOff val="40000"/>
                </a:schemeClr>
              </a:solidFill>
              <a:latin typeface="Segoe Script"/>
              <a:ea typeface="Segoe Script"/>
              <a:cs typeface="Segoe Script"/>
            </a:endParaRPr>
          </a:p>
        </p:txBody>
      </p:sp>
      <p:pic>
        <p:nvPicPr>
          <p:cNvPr id="49" name="Picture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dbd42a85db4e5a">
            <a:clrChange>
              <a:clrFrom>
                <a:srgbClr val="864BCC"/>
              </a:clrFrom>
              <a:clrTo>
                <a:srgbClr val="864BCC">
                  <a:alpha val="0"/>
                </a:srgbClr>
              </a:clrTo>
            </a:clrChange>
          </a:blip>
          <a:srcRect xmlns:a="http://schemas.openxmlformats.org/drawingml/2006/main" l="13084" t="17699" r="-168" b="20934"/>
          <a:stretch xmlns:a="http://schemas.openxmlformats.org/drawingml/2006/main"/>
        </p:blipFill>
        <p:spPr>
          <a:xfrm xmlns:a="http://schemas.openxmlformats.org/drawingml/2006/main">
            <a:off x="12" y="6037517"/>
            <a:ext cx="1570497" cy="830008"/>
          </a:xfrm>
          <a:prstGeom xmlns:a="http://schemas.openxmlformats.org/drawingml/2006/main" prst="rect">
            <a:avLst/>
          </a:prstGeom>
        </p:spPr>
      </p:pic>
      <p:sp>
        <p:nvSpPr>
          <p:cNvPr id="23" name="文字方塊 22">
            <a:extLst xmlns:a="http://schemas.openxmlformats.org/drawingml/2006/main">
              <a:ext uri="{FF2B5EF4-FFF2-40B4-BE49-F238E27FC236}">
                <a16:creationId xmlns:a16="http://schemas.microsoft.com/office/drawing/2014/main" id="{E2C4BF28-8D38-4089-9CFE-79A47C49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25" y="6036025"/>
            <a:ext cx="6275807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/>
                <a:ea typeface="Berlin Sans FB Demi"/>
                <a:cs typeface="Berlin Sans FB Demi"/>
              </a:rPr>
              <a:t>National Yang Ming</a:t>
            </a:r>
            <a:r>
              <a: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/>
                <a:ea typeface="Berlin Sans FB Demi"/>
                <a:cs typeface="Berlin Sans FB Demi"/>
              </a:rPr>
              <a:t> </a:t>
            </a:r>
          </a:p>
          <a:p xmlns:a="http://schemas.openxmlformats.org/drawingml/2006/main">
            <a:pPr algn="l">
              <a:buNone/>
            </a:pPr>
            <a:r>
              <a: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/>
                <a:ea typeface="Berlin Sans FB Demi"/>
                <a:cs typeface="Berlin Sans FB Demi"/>
              </a:rPr>
              <a:t>	</a:t>
            </a:r>
            <a:r>
              <a: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/>
                <a:ea typeface="Berlin Sans FB Demi"/>
                <a:cs typeface="Berlin Sans FB Demi"/>
              </a:rPr>
              <a:t>Chiao</a:t>
            </a:r>
            <a:r>
              <a: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/>
                <a:ea typeface="Berlin Sans FB Demi"/>
                <a:cs typeface="Berlin Sans FB Demi"/>
              </a:rPr>
              <a:t> Tung </a:t>
            </a:r>
            <a:r>
              <a: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/>
                <a:ea typeface="Berlin Sans FB Demi"/>
                <a:cs typeface="Berlin Sans FB Demi"/>
              </a:rPr>
              <a:t>University</a:t>
            </a:r>
            <a:r>
              <a: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/>
                <a:ea typeface="Berlin Sans FB Demi"/>
                <a:cs typeface="Berlin Sans FB Demi"/>
              </a:rPr>
              <a:t> 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811E790-3797-43BD-BD7E-6F1914D204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17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C3FA832-6748-4D3F-967F-1C5B0A61C4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E1BAFAE6-7459-44AE-9239-514A01E98C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6AED2568-0DDB-4A51-9C1D-84CB6F6BF5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D6F050D6-C1FB-45FC-B068-E2F1C55343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B9843-2A60-4B82-9844-C51EF1D87B3D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FDAC454-9B36-4B2B-A142-1A7908732E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8AAD3322-6B3D-4EB6-BAC3-68BAEC5330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6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5CE3A4A7-7A53-4C10-ABFF-16C4767B14C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6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C8274AB3-C804-4460-8819-D14E296975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75087888-A515-47EA-BA5A-3AD817D001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EF12CFED-396A-4D97-8273-2569F58B4A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B9843-2A60-4B82-9844-C51EF1D87B3D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086BFBEB-B807-4809-A3B4-8BC43280BE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2D7C1F53-B8BD-443E-BA29-CC70736010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43014996-582F-400E-9878-1CE2B62A7E5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8EE5C266-2B3A-441D-8EB6-7A8C8984638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78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8A949DE1-D9A9-466F-B258-1282F90FB76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78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28AEA035-25B3-46BF-A212-61BE056587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頁尾版面配置區 7">
            <a:extLst xmlns:a="http://schemas.openxmlformats.org/drawingml/2006/main">
              <a:ext uri="{FF2B5EF4-FFF2-40B4-BE49-F238E27FC236}">
                <a16:creationId xmlns:a16="http://schemas.microsoft.com/office/drawing/2014/main" id="{0F6AFDE9-9641-4F56-BB80-93C91B1EED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D2C51D46-BC2F-497F-908C-5640399527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B9843-2A60-4B82-9844-C51EF1D87B3D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BB75D7C6-363A-4C31-8022-5CE8D9A8BF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9593A22D-9EBD-40B0-976B-431D991590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90912E66-C7B8-4708-82CA-376496A996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F4802ABB-D22F-455A-9F0C-09D702CB69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B9843-2A60-4B82-9844-C51EF1D87B3D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版面配置區 1">
            <a:extLst xmlns:a="http://schemas.openxmlformats.org/drawingml/2006/main">
              <a:ext uri="{FF2B5EF4-FFF2-40B4-BE49-F238E27FC236}">
                <a16:creationId xmlns:a16="http://schemas.microsoft.com/office/drawing/2014/main" id="{6B5F7677-6EA1-442A-AA51-AC46287DC6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頁尾版面配置區 2">
            <a:extLst xmlns:a="http://schemas.openxmlformats.org/drawingml/2006/main">
              <a:ext uri="{FF2B5EF4-FFF2-40B4-BE49-F238E27FC236}">
                <a16:creationId xmlns:a16="http://schemas.microsoft.com/office/drawing/2014/main" id="{FBD3B4BD-6BC3-4D64-8CD7-372E66BEAD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BF0653EF-F56B-4E29-BC49-320F750FD6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B9843-2A60-4B82-9844-C51EF1D87B3D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BACAE630-B803-48E5-84FA-B985A67C43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3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D43505D3-AB15-48CA-B9CF-EA11446F2E0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7" y="273067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56D9F08B-80C7-467D-B346-79C075B77A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3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D3A9D3D5-EEA6-4341-935F-5A5AE4FF20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80168DFC-2D0C-4D58-9088-881BFB0B6D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7E8D18B0-01AB-4654-85A7-C0DF4E71B5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B9843-2A60-4B82-9844-C51EF1D87B3D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2191A35-815F-4AE7-90FB-20347380FC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00D592A3-4E32-432E-A482-3BE3F3DDDB1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4BC8BF8-2B27-4475-A4AC-CFF422EFB7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D9050FE2-2BF7-4447-A41B-D2A42EB694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EB181E71-450E-4D6F-A820-FC4FA732ED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7EE544E0-61C0-49E5-9190-82E07E356B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B9843-2A60-4B82-9844-C51EF1D87B3D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A46B437-FA5E-4D0A-843F-D6CA29509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33DE6D7-D478-4E3F-B99E-3B8D19E2B6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4F6F58FA-B05D-4109-A193-2516CAB326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704B0376-1D59-4775-9EA1-C78118C871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85924852-0689-48CA-B9AE-171304351F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B9843-2A60-4B82-9844-C51EF1D87B3D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8EF23B1E-D34D-488D-9252-CC5378F682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55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DE4085A-6337-4F52-969D-6266F5C0AA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55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CED792E8-542C-484B-8113-C2A11B53FE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BFCCD79B-D372-46AB-BA38-A3A93868DE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18EBA20E-4B51-4346-B838-A0E4A4DF94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B9843-2A60-4B82-9844-C51EF1D87B3D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F7CEDE1-DCB2-43B4-A367-90D5D8C35E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FF0FE460-1AE7-4FC1-88BE-1D2D635AFA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6BDC647A-6C6E-4243-9D2E-67BF5E2E24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D148A5BB-2804-4674-A19E-0E1933401C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1BFF28-7A78-4393-9577-5BAAAFE2503F}" type="slidenum">
              <a:t>‹#›</a:t>
            </a:fld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20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53D0011-6F0F-4911-8F0B-16502A3E210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651001" y="2352678"/>
            <a:ext cx="9448800" cy="1304925"/>
          </a:xfr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4000"/>
            </a:lvl1pPr>
          </a:lstStyle>
          <a:p xmlns:a="http://schemas.openxmlformats.org/drawingml/2006/main">
            <a:r>
              <a:t>Headline Title Goes Here </a:t>
            </a:r>
            <a:br/>
            <a:r>
              <a:t>(Arial 36)</a:t>
            </a:r>
          </a:p>
        </p:txBody>
      </p:sp>
      <p:sp>
        <p:nvSpPr>
          <p:cNvPr id="17419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9A8AE13-80B3-4DBA-BBB3-2635404BA7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25600" y="3962400"/>
            <a:ext cx="9448800" cy="609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800"/>
            </a:lvl1pPr>
          </a:lstStyle>
          <a:p xmlns:a="http://schemas.openxmlformats.org/drawingml/2006/main">
            <a:r>
              <a:t>Headline Title Goes Here (Arial 28)</a:t>
            </a:r>
          </a:p>
        </p:txBody>
      </p:sp>
      <p:sp>
        <p:nvSpPr>
          <p:cNvPr id="12" name="Google Shape;30;p9">
            <a:extLst xmlns:a="http://schemas.openxmlformats.org/drawingml/2006/main">
              <a:ext uri="{FF2B5EF4-FFF2-40B4-BE49-F238E27FC236}">
                <a16:creationId xmlns:a16="http://schemas.microsoft.com/office/drawing/2014/main" id="{B9E45FAA-3EFE-4AA6-B1C6-D0DF3484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318415" y="6302504"/>
            <a:ext cx="2873585" cy="5639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609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Google Shape;29;p9">
            <a:extLst xmlns:a="http://schemas.openxmlformats.org/drawingml/2006/main">
              <a:ext uri="{FF2B5EF4-FFF2-40B4-BE49-F238E27FC236}">
                <a16:creationId xmlns:a16="http://schemas.microsoft.com/office/drawing/2014/main" id="{B8FD4EE7-E6D9-4F4D-9AA7-BA074F61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3504" y="6301440"/>
            <a:ext cx="9267855" cy="56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B0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Google Shape;41;p9">
            <a:extLst xmlns:a="http://schemas.openxmlformats.org/drawingml/2006/main">
              <a:ext uri="{FF2B5EF4-FFF2-40B4-BE49-F238E27FC236}">
                <a16:creationId xmlns:a16="http://schemas.microsoft.com/office/drawing/2014/main" id="{A097DB18-CE5E-44E3-AB6D-534B89D1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19" y="6379471"/>
            <a:ext cx="6275807" cy="40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National Yang Ming </a:t>
            </a:r>
            <a:r>
              <a:rPr sz="2000" b="1" i="0" u="none" cap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Chiao</a:t>
            </a:r>
            <a:r>
              <a:rPr sz="2000" b="1" i="0" u="none" cap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 Tung University </a:t>
            </a:r>
            <a:endParaRPr sz="1200">
              <a:latin typeface="+mn-lt"/>
              <a:ea typeface="+mn-lt"/>
              <a:cs typeface="+mn-lt"/>
            </a:endParaRPr>
          </a:p>
        </p:txBody>
      </p:sp>
      <p:sp>
        <p:nvSpPr>
          <p:cNvPr id="15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5558A83C-6A0C-4A76-BA73-060A1C11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256" y="6302507"/>
            <a:ext cx="4224469" cy="55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000">
                <a:solidFill>
                  <a:srgbClr val="FFFF00"/>
                </a:solidFill>
                <a:latin typeface="+mj-lt"/>
                <a:ea typeface="+mj-lt"/>
                <a:cs typeface="+mj-lt"/>
              </a:rPr>
              <a:t> </a:t>
            </a:r>
            <a:r>
              <a:rPr sz="2400" i="1">
                <a:solidFill>
                  <a:srgbClr val="92CCDC"/>
                </a:solidFill>
                <a:latin typeface="+mj-lt"/>
                <a:ea typeface="+mj-lt"/>
                <a:cs typeface="+mj-lt"/>
              </a:rPr>
              <a:t>NanoSTLab</a:t>
            </a:r>
            <a:r>
              <a:rPr sz="2400">
                <a:solidFill>
                  <a:srgbClr val="92CCDC"/>
                </a:solidFill>
                <a:latin typeface="+mj-lt"/>
                <a:ea typeface="+mj-lt"/>
                <a:cs typeface="+mj-lt"/>
              </a:rPr>
              <a:t> </a:t>
            </a:r>
            <a:r>
              <a:rPr sz="2800">
                <a:solidFill>
                  <a:srgbClr val="92CCDC"/>
                </a:solidFill>
                <a:latin typeface="+mj-lt"/>
                <a:ea typeface="+mj-lt"/>
                <a:cs typeface="+mj-lt"/>
              </a:rPr>
              <a:t> </a:t>
            </a:r>
            <a:endParaRPr sz="2800" kern="0">
              <a:solidFill>
                <a:srgbClr val="92CCDC"/>
              </a:solidFill>
              <a:latin typeface="+mj-lt"/>
              <a:ea typeface="+mj-lt"/>
              <a:cs typeface="+mj-lt"/>
            </a:endParaRPr>
          </a:p>
        </p:txBody>
      </p:sp>
      <p:pic>
        <p:nvPicPr>
          <p:cNvPr id="17428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45989335e4c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8992" y="6176118"/>
            <a:ext cx="828324" cy="82795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4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05892C41-22B8-4735-BA45-AD03B5583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A8CC0FA-CD66-4025-A4D1-67DB6BECF6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BDB6B8B5-D3E0-49BF-931C-87ECF209AC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247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09184FA0-A751-4083-9B7A-BF84749A7F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247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12" indent="0">
              <a:buNone/>
              <a:defRPr sz="1800"/>
            </a:lvl2pPr>
            <a:lvl3pPr marL="914423" indent="0">
              <a:buNone/>
              <a:defRPr sz="1600"/>
            </a:lvl3pPr>
            <a:lvl4pPr marL="1371634" indent="0">
              <a:buNone/>
              <a:defRPr sz="1400"/>
            </a:lvl4pPr>
            <a:lvl5pPr marL="1828846" indent="0">
              <a:buNone/>
              <a:defRPr sz="1400"/>
            </a:lvl5pPr>
            <a:lvl6pPr marL="2286057" indent="0">
              <a:buNone/>
              <a:defRPr sz="1400"/>
            </a:lvl6pPr>
            <a:lvl7pPr marL="2743269" indent="0">
              <a:buNone/>
              <a:defRPr sz="1400"/>
            </a:lvl7pPr>
            <a:lvl8pPr marL="3200480" indent="0">
              <a:buNone/>
              <a:defRPr sz="1400"/>
            </a:lvl8pPr>
            <a:lvl9pPr marL="3657691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0D8B4EBF-10A6-4101-8BFE-C8AAF23082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288E409E-A1A1-4BF4-B0D6-BBAA960DC0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36063" y="1412875"/>
            <a:ext cx="5189415" cy="4343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FDA9F3B6-9358-4B26-87C2-14F11F11FBF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713046" y="1412875"/>
            <a:ext cx="5189415" cy="4343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79B339F-40FB-4993-9A6A-E4C094EFF0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5360" y="72232"/>
            <a:ext cx="10972800" cy="76448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0075DB2-AA73-4B9E-A509-22E4FB5444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35358" y="1205062"/>
            <a:ext cx="5386754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81090FC8-A6EB-4CD8-9C21-DFC9029F809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35358" y="1844824"/>
            <a:ext cx="5386754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10B29ED9-F9D6-4C03-AF72-F4F183EEE5E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919452" y="1205062"/>
            <a:ext cx="538870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E96BD5FC-2B01-4E6C-9B9F-D53276F34F2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919452" y="1844824"/>
            <a:ext cx="538870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F659DE3-18DB-495C-A7C8-6BFE3274D2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0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9B74074-70BF-4619-906F-95CA5ACE7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1" y="273050"/>
            <a:ext cx="4011247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11968072-2AB0-48E7-A244-B48BBCC702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7386" y="273053"/>
            <a:ext cx="6815015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3DDE9233-AC10-46C8-AC86-EB11D9F2B5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1" y="1435103"/>
            <a:ext cx="4011247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B8E51059-1D44-4ADF-88CC-7AE8288CA9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554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CDF27567-5FA4-4208-8FC5-360A2BE9D16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554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5668114-8901-4B7F-94D2-1C5BC5E4A1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554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C37E1FE-B7FE-417E-92A2-69EE1F1E7B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A7BBE47-6D32-4031-BC60-1E6CF8AFD8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12839A15-ADB9-4DAE-9B9B-590F95B5C1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60862" y="3"/>
            <a:ext cx="2641600" cy="57562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B6ABB69-9916-44FE-A3CC-5523B05115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36061" y="3"/>
            <a:ext cx="7737231" cy="57562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8c5e85ac0441ac" /><Relationship Type="http://schemas.openxmlformats.org/officeDocument/2006/relationships/slideLayout" Target="/ppt/slideLayouts/slideLayout1.xml" Id="Rb4b1abdc52ef443b" /><Relationship Type="http://schemas.openxmlformats.org/officeDocument/2006/relationships/slideLayout" Target="/ppt/slideLayouts/slideLayout2.xml" Id="Rb2b01685b6e0477c" /><Relationship Type="http://schemas.openxmlformats.org/officeDocument/2006/relationships/slideLayout" Target="/ppt/slideLayouts/slideLayout3.xml" Id="R9f28ee3ceca144f6" /><Relationship Type="http://schemas.openxmlformats.org/officeDocument/2006/relationships/slideLayout" Target="/ppt/slideLayouts/slideLayout4.xml" Id="Rf29e77bbfe834398" /><Relationship Type="http://schemas.openxmlformats.org/officeDocument/2006/relationships/slideLayout" Target="/ppt/slideLayouts/slideLayout5.xml" Id="Reb38a739fe804c70" /><Relationship Type="http://schemas.openxmlformats.org/officeDocument/2006/relationships/slideLayout" Target="/ppt/slideLayouts/slideLayout6.xml" Id="R256d10e95d804767" /><Relationship Type="http://schemas.openxmlformats.org/officeDocument/2006/relationships/slideLayout" Target="/ppt/slideLayouts/slideLayout7.xml" Id="Rb3f41e58c2be4e1d" /><Relationship Type="http://schemas.openxmlformats.org/officeDocument/2006/relationships/slideLayout" Target="/ppt/slideLayouts/slideLayout8.xml" Id="R6f47ae883a71478e" /><Relationship Type="http://schemas.openxmlformats.org/officeDocument/2006/relationships/slideLayout" Target="/ppt/slideLayouts/slideLayout9.xml" Id="R9e27cd957d4441a7" /><Relationship Type="http://schemas.openxmlformats.org/officeDocument/2006/relationships/slideLayout" Target="/ppt/slideLayouts/slideLayout10.xml" Id="Rf3c03a278bfd4f3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96050e033b64188" /><Relationship Type="http://schemas.openxmlformats.org/officeDocument/2006/relationships/slideLayout" Target="/ppt/slideLayouts/slideLayout11.xml" Id="R8448efeca6374ba2" /><Relationship Type="http://schemas.openxmlformats.org/officeDocument/2006/relationships/slideLayout" Target="/ppt/slideLayouts/slideLayout12.xml" Id="Re5d88f2c12a0421b" /><Relationship Type="http://schemas.openxmlformats.org/officeDocument/2006/relationships/slideLayout" Target="/ppt/slideLayouts/slideLayout13.xml" Id="R4d26535f67614dfd" /><Relationship Type="http://schemas.openxmlformats.org/officeDocument/2006/relationships/slideLayout" Target="/ppt/slideLayouts/slideLayout14.xml" Id="Rd14614738b4d4fff" /><Relationship Type="http://schemas.openxmlformats.org/officeDocument/2006/relationships/slideLayout" Target="/ppt/slideLayouts/slideLayout15.xml" Id="R3bc082f66a7e462a" /><Relationship Type="http://schemas.openxmlformats.org/officeDocument/2006/relationships/slideLayout" Target="/ppt/slideLayouts/slideLayout16.xml" Id="Rc78b24ddc0ac4e34" /><Relationship Type="http://schemas.openxmlformats.org/officeDocument/2006/relationships/slideLayout" Target="/ppt/slideLayouts/slideLayout17.xml" Id="Ra67bf31cb1cf4d0b" /><Relationship Type="http://schemas.openxmlformats.org/officeDocument/2006/relationships/slideLayout" Target="/ppt/slideLayouts/slideLayout18.xml" Id="Rca1a6f3a7d7c4d55" /><Relationship Type="http://schemas.openxmlformats.org/officeDocument/2006/relationships/slideLayout" Target="/ppt/slideLayouts/slideLayout19.xml" Id="R42f30fd4bc904913" /><Relationship Type="http://schemas.openxmlformats.org/officeDocument/2006/relationships/slideLayout" Target="/ppt/slideLayouts/slideLayout20.xml" Id="R70b8ee63f1a9499a" /><Relationship Type="http://schemas.openxmlformats.org/officeDocument/2006/relationships/slideLayout" Target="/ppt/slideLayouts/slideLayout21.xml" Id="R0b08da7664b24ae7" /><Relationship Type="http://schemas.openxmlformats.org/officeDocument/2006/relationships/slideLayout" Target="/ppt/slideLayouts/slideLayout22.xml" Id="Ree16b00272324663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png" Id="R60f762ac6cbd4a76" /><Relationship Type="http://schemas.openxmlformats.org/officeDocument/2006/relationships/theme" Target="/ppt/slideMasters/theme/theme4.xml" Id="Ra72f99ed6be44155" /><Relationship Type="http://schemas.openxmlformats.org/officeDocument/2006/relationships/slideLayout" Target="/ppt/slideLayouts/slideLayout23.xml" Id="R4052413f75764800" /><Relationship Type="http://schemas.openxmlformats.org/officeDocument/2006/relationships/slideLayout" Target="/ppt/slideLayouts/slideLayout24.xml" Id="Rca3f87cc68c445e1" /><Relationship Type="http://schemas.openxmlformats.org/officeDocument/2006/relationships/slideLayout" Target="/ppt/slideLayouts/slideLayout25.xml" Id="R9c4a3da0434c4490" /><Relationship Type="http://schemas.openxmlformats.org/officeDocument/2006/relationships/slideLayout" Target="/ppt/slideLayouts/slideLayout26.xml" Id="R2010664f0ba24918" /><Relationship Type="http://schemas.openxmlformats.org/officeDocument/2006/relationships/slideLayout" Target="/ppt/slideLayouts/slideLayout27.xml" Id="R5780282d496349ea" /><Relationship Type="http://schemas.openxmlformats.org/officeDocument/2006/relationships/slideLayout" Target="/ppt/slideLayouts/slideLayout28.xml" Id="Rdca7b05c8ce940cc" /><Relationship Type="http://schemas.openxmlformats.org/officeDocument/2006/relationships/slideLayout" Target="/ppt/slideLayouts/slideLayout29.xml" Id="R8d3acf4006b54589" /><Relationship Type="http://schemas.openxmlformats.org/officeDocument/2006/relationships/slideLayout" Target="/ppt/slideLayouts/slideLayout30.xml" Id="Rdb43e5aad04e4237" /><Relationship Type="http://schemas.openxmlformats.org/officeDocument/2006/relationships/slideLayout" Target="/ppt/slideLayouts/slideLayout31.xml" Id="R8bcbd13bdf8540e6" /><Relationship Type="http://schemas.openxmlformats.org/officeDocument/2006/relationships/slideLayout" Target="/ppt/slideLayouts/slideLayout32.xml" Id="Rbbb79d473c0e4f08" /><Relationship Type="http://schemas.openxmlformats.org/officeDocument/2006/relationships/slideLayout" Target="/ppt/slideLayouts/slideLayout33.xml" Id="Rfb0b51c1f89b423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7">
            <a:extLst xmlns:a="http://schemas.openxmlformats.org/drawingml/2006/main">
              <a:ext uri="{FF2B5EF4-FFF2-40B4-BE49-F238E27FC236}">
                <a16:creationId xmlns:a16="http://schemas.microsoft.com/office/drawing/2014/main" id="{90BB0660-1C8E-4B0B-BE45-E7D9CB03F2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9609" y="274638"/>
            <a:ext cx="11252791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7">
            <a:extLst xmlns:a="http://schemas.openxmlformats.org/drawingml/2006/main">
              <a:ext uri="{FF2B5EF4-FFF2-40B4-BE49-F238E27FC236}">
                <a16:creationId xmlns:a16="http://schemas.microsoft.com/office/drawing/2014/main" id="{E48CDC1F-0E74-466B-BDD3-E3469D0D96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29609" y="1600206"/>
            <a:ext cx="11252791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7">
            <a:extLst xmlns:a="http://schemas.openxmlformats.org/drawingml/2006/main">
              <a:ext uri="{FF2B5EF4-FFF2-40B4-BE49-F238E27FC236}">
                <a16:creationId xmlns:a16="http://schemas.microsoft.com/office/drawing/2014/main" id="{8B2717E2-D9C1-4205-A03F-8242C008B3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3392" y="6381339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7">
            <a:extLst xmlns:a="http://schemas.openxmlformats.org/drawingml/2006/main">
              <a:ext uri="{FF2B5EF4-FFF2-40B4-BE49-F238E27FC236}">
                <a16:creationId xmlns:a16="http://schemas.microsoft.com/office/drawing/2014/main" id="{E652220A-42F5-48C3-BE71-8D28050ADA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61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4" name="Google Shape;14;p7">
            <a:extLst xmlns:a="http://schemas.openxmlformats.org/drawingml/2006/main">
              <a:ext uri="{FF2B5EF4-FFF2-40B4-BE49-F238E27FC236}">
                <a16:creationId xmlns:a16="http://schemas.microsoft.com/office/drawing/2014/main" id="{A1E2ED15-6C63-4DE6-88D9-18AB4AD900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20679" y="6356361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b1abdc52ef443b"/>
    <p:sldLayoutId xmlns:r="http://schemas.openxmlformats.org/officeDocument/2006/relationships" id="2147483650" r:id="Rb2b01685b6e0477c"/>
    <p:sldLayoutId xmlns:r="http://schemas.openxmlformats.org/officeDocument/2006/relationships" id="2147483651" r:id="R9f28ee3ceca144f6"/>
    <p:sldLayoutId xmlns:r="http://schemas.openxmlformats.org/officeDocument/2006/relationships" id="2147483652" r:id="Rf29e77bbfe834398"/>
    <p:sldLayoutId xmlns:r="http://schemas.openxmlformats.org/officeDocument/2006/relationships" id="2147483653" r:id="Reb38a739fe804c70"/>
    <p:sldLayoutId xmlns:r="http://schemas.openxmlformats.org/officeDocument/2006/relationships" id="2147483654" r:id="R256d10e95d804767"/>
    <p:sldLayoutId xmlns:r="http://schemas.openxmlformats.org/officeDocument/2006/relationships" id="2147483655" r:id="Rb3f41e58c2be4e1d"/>
    <p:sldLayoutId xmlns:r="http://schemas.openxmlformats.org/officeDocument/2006/relationships" id="2147483656" r:id="R6f47ae883a71478e"/>
    <p:sldLayoutId xmlns:r="http://schemas.openxmlformats.org/officeDocument/2006/relationships" id="2147483657" r:id="R9e27cd957d4441a7"/>
    <p:sldLayoutId xmlns:r="http://schemas.openxmlformats.org/officeDocument/2006/relationships" id="2147483658" r:id="Rf3c03a278bfd4f32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xmlns:a="http://schemas.openxmlformats.org/drawingml/2006/main" val="F26B43"/>
          </p15:clr>
        </p15:guide>
        <p15:guide id="2" pos="7256" userDrawn="1">
          <p15:clr>
            <a:srgbClr xmlns:a="http://schemas.openxmlformats.org/drawingml/2006/main" val="F26B43"/>
          </p15:clr>
        </p15:guide>
        <p15:guide id="3" orient="horz" pos="648" userDrawn="1">
          <p15:clr>
            <a:srgbClr xmlns:a="http://schemas.openxmlformats.org/drawingml/2006/main" val="F26B43"/>
          </p15:clr>
        </p15:guide>
        <p15:guide id="4" orient="horz" pos="712" userDrawn="1">
          <p15:clr>
            <a:srgbClr xmlns:a="http://schemas.openxmlformats.org/drawingml/2006/main" val="F26B43"/>
          </p15:clr>
        </p15:guide>
        <p15:guide id="5" orient="horz" pos="3928" userDrawn="1">
          <p15:clr>
            <a:srgbClr xmlns:a="http://schemas.openxmlformats.org/drawingml/2006/main" val="F26B43"/>
          </p15:clr>
        </p15:guide>
        <p15:guide id="6" orient="horz" pos="3864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17973209-3BD6-4018-8655-F0AA1E522C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3D285132-2C03-4CDB-8BA5-85E9CEFA26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6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A5C887B4-F4D8-4ECD-98E5-B8051647D2C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3392" y="638134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31880C06-7BD7-4D1F-8E32-0E906156BC4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67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1AF4E1ED-2B90-4800-8C43-1D3EF8D491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67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8FB9843-2A60-4B82-9844-C51EF1D87B3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8448efeca6374ba2"/>
    <p:sldLayoutId xmlns:r="http://schemas.openxmlformats.org/officeDocument/2006/relationships" id="2147483661" r:id="Re5d88f2c12a0421b"/>
    <p:sldLayoutId xmlns:r="http://schemas.openxmlformats.org/officeDocument/2006/relationships" id="2147483662" r:id="R4d26535f67614dfd"/>
    <p:sldLayoutId xmlns:r="http://schemas.openxmlformats.org/officeDocument/2006/relationships" id="2147483663" r:id="Rd14614738b4d4fff"/>
    <p:sldLayoutId xmlns:r="http://schemas.openxmlformats.org/officeDocument/2006/relationships" id="2147483664" r:id="R3bc082f66a7e462a"/>
    <p:sldLayoutId xmlns:r="http://schemas.openxmlformats.org/officeDocument/2006/relationships" id="2147483665" r:id="Rc78b24ddc0ac4e34"/>
    <p:sldLayoutId xmlns:r="http://schemas.openxmlformats.org/officeDocument/2006/relationships" id="2147483666" r:id="Ra67bf31cb1cf4d0b"/>
    <p:sldLayoutId xmlns:r="http://schemas.openxmlformats.org/officeDocument/2006/relationships" id="2147483667" r:id="Rca1a6f3a7d7c4d55"/>
    <p:sldLayoutId xmlns:r="http://schemas.openxmlformats.org/officeDocument/2006/relationships" id="2147483668" r:id="R42f30fd4bc904913"/>
    <p:sldLayoutId xmlns:r="http://schemas.openxmlformats.org/officeDocument/2006/relationships" id="2147483669" r:id="R70b8ee63f1a9499a"/>
    <p:sldLayoutId xmlns:r="http://schemas.openxmlformats.org/officeDocument/2006/relationships" id="2147483670" r:id="R0b08da7664b24ae7"/>
    <p:sldLayoutId xmlns:r="http://schemas.openxmlformats.org/officeDocument/2006/relationships" id="2147483671" r:id="Ree16b00272324663"/>
  </p:sldLayoutIdLst>
  <p:hf hdr="0" ftr="0" dt="0"/>
  <p:txStyles>
    <p:titleStyle>
      <a:lvl1pPr xmlns:a="http://schemas.openxmlformats.org/drawingml/2006/main" algn="ctr" defTabSz="914354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882" indent="-342882" algn="l" defTabSz="914354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13" indent="-285737" algn="l" defTabSz="914354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2942" indent="-228589" algn="l" defTabSz="914354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120" indent="-228589" algn="l" defTabSz="914354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298" indent="-228589" algn="l" defTabSz="914354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474" indent="-228589" algn="l" defTabSz="914354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652" indent="-228589" algn="l" defTabSz="914354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829" indent="-228589" algn="l" defTabSz="914354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006" indent="-228589" algn="l" defTabSz="914354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78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54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32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09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886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062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240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418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xmlns:a="http://schemas.openxmlformats.org/drawingml/2006/main" val="F26B43"/>
          </p15:clr>
        </p15:guide>
        <p15:guide id="2" pos="7256" userDrawn="1">
          <p15:clr>
            <a:srgbClr xmlns:a="http://schemas.openxmlformats.org/drawingml/2006/main" val="F26B43"/>
          </p15:clr>
        </p15:guide>
        <p15:guide id="3" orient="horz" pos="648" userDrawn="1">
          <p15:clr>
            <a:srgbClr xmlns:a="http://schemas.openxmlformats.org/drawingml/2006/main" val="F26B43"/>
          </p15:clr>
        </p15:guide>
        <p15:guide id="4" orient="horz" pos="712" userDrawn="1">
          <p15:clr>
            <a:srgbClr xmlns:a="http://schemas.openxmlformats.org/drawingml/2006/main" val="F26B43"/>
          </p15:clr>
        </p15:guide>
        <p15:guide id="5" orient="horz" pos="3928" userDrawn="1">
          <p15:clr>
            <a:srgbClr xmlns:a="http://schemas.openxmlformats.org/drawingml/2006/main" val="F26B43"/>
          </p15:clr>
        </p15:guide>
        <p15:guide id="6" orient="horz" pos="3864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30;p9">
            <a:extLst xmlns:a="http://schemas.openxmlformats.org/drawingml/2006/main">
              <a:ext uri="{FF2B5EF4-FFF2-40B4-BE49-F238E27FC236}">
                <a16:creationId xmlns:a16="http://schemas.microsoft.com/office/drawing/2014/main" id="{9D648E0F-9FC4-4012-BE90-C64BEC7C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318415" y="6302504"/>
            <a:ext cx="2873585" cy="5639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609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579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352E356-D144-4CC2-811E-60360DD2D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6062" y="71537"/>
            <a:ext cx="10566400" cy="765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br/>
            <a:r>
              <a:t>Headline Title Goes Here (Arial 32)</a:t>
            </a:r>
            <a:br/>
            <a:endParaRPr/>
          </a:p>
        </p:txBody>
      </p:sp>
      <p:sp>
        <p:nvSpPr>
          <p:cNvPr id="24580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44F3055D-00C4-474D-8204-F0F648DDD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36062" y="980728"/>
            <a:ext cx="10566400" cy="4775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Bullet point 1 will be here (Arial 24)</a:t>
            </a:r>
          </a:p>
          <a:p xmlns:a="http://schemas.openxmlformats.org/drawingml/2006/main">
            <a:pPr lvl="1">
              <a:buNone/>
            </a:pPr>
            <a:r>
              <a:t>Bullet point goes here (Arial 20)</a:t>
            </a:r>
          </a:p>
          <a:p xmlns:a="http://schemas.openxmlformats.org/drawingml/2006/main">
            <a:pPr lvl="2">
              <a:buNone/>
            </a:pPr>
            <a:r>
              <a:t>Bullet point goes in here (Arial 18)</a:t>
            </a:r>
          </a:p>
          <a:p xmlns:a="http://schemas.openxmlformats.org/drawingml/2006/main">
            <a:pPr lvl="3">
              <a:buNone/>
            </a:pPr>
            <a:r>
              <a:t>Bullet point goes here (Arial 18)</a:t>
            </a:r>
          </a:p>
          <a:p xmlns:a="http://schemas.openxmlformats.org/drawingml/2006/main">
            <a:pPr lvl="0">
              <a:buNone/>
            </a:pPr>
            <a:r>
              <a:t>Bullet point 1 will be here (Arial 24)</a:t>
            </a:r>
          </a:p>
          <a:p xmlns:a="http://schemas.openxmlformats.org/drawingml/2006/main">
            <a:pPr lvl="1">
              <a:buNone/>
            </a:pPr>
            <a:r>
              <a:t>Bullet point goes here (Arial 20)</a:t>
            </a:r>
          </a:p>
          <a:p xmlns:a="http://schemas.openxmlformats.org/drawingml/2006/main">
            <a:pPr lvl="2">
              <a:buNone/>
            </a:pPr>
            <a:r>
              <a:t>Bullet point goes in here (Arial 18)</a:t>
            </a:r>
          </a:p>
          <a:p xmlns:a="http://schemas.openxmlformats.org/drawingml/2006/main">
            <a:pPr lvl="3">
              <a:buNone/>
            </a:pPr>
            <a:r>
              <a:t>Bullet point goes here (Arial 18)</a:t>
            </a:r>
          </a:p>
        </p:txBody>
      </p:sp>
      <p:sp>
        <p:nvSpPr>
          <p:cNvPr id="9" name="Google Shape;29;p9">
            <a:extLst xmlns:a="http://schemas.openxmlformats.org/drawingml/2006/main">
              <a:ext uri="{FF2B5EF4-FFF2-40B4-BE49-F238E27FC236}">
                <a16:creationId xmlns:a16="http://schemas.microsoft.com/office/drawing/2014/main" id="{25330D61-3B8E-4DEC-9B1C-602DB313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3504" y="6301440"/>
            <a:ext cx="9267855" cy="56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B0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Google Shape;41;p9">
            <a:extLst xmlns:a="http://schemas.openxmlformats.org/drawingml/2006/main">
              <a:ext uri="{FF2B5EF4-FFF2-40B4-BE49-F238E27FC236}">
                <a16:creationId xmlns:a16="http://schemas.microsoft.com/office/drawing/2014/main" id="{29FD08DD-ABA5-4FFC-BC39-2510B342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19" y="6379471"/>
            <a:ext cx="6275807" cy="40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National Yang Ming Chiao Tung University </a:t>
            </a:r>
            <a:endParaRPr sz="1200">
              <a:latin typeface="+mn-lt"/>
              <a:ea typeface="+mn-lt"/>
              <a:cs typeface="+mn-lt"/>
            </a:endParaRPr>
          </a:p>
        </p:txBody>
      </p:sp>
      <p:pic>
        <p:nvPicPr>
          <p:cNvPr id="24587" name="圖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762ac6cbd4a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8992" y="6176118"/>
            <a:ext cx="828324" cy="827956"/>
          </a:xfrm>
          <a:prstGeom xmlns:a="http://schemas.openxmlformats.org/drawingml/2006/main" prst="rect">
            <a:avLst/>
          </a:prstGeom>
        </p:spPr>
      </p:pic>
      <p:sp>
        <p:nvSpPr>
          <p:cNvPr id="13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B717CCA4-CD39-4614-B0DA-AFA29E00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256" y="6302507"/>
            <a:ext cx="4224469" cy="55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000">
                <a:solidFill>
                  <a:srgbClr val="FFFF00"/>
                </a:solidFill>
                <a:latin typeface="+mj-lt"/>
                <a:ea typeface="+mj-lt"/>
                <a:cs typeface="+mj-lt"/>
              </a:rPr>
              <a:t> </a:t>
            </a:r>
            <a:r>
              <a:rPr sz="2400" i="1">
                <a:solidFill>
                  <a:srgbClr val="92CCDC"/>
                </a:solidFill>
                <a:latin typeface="+mj-lt"/>
                <a:ea typeface="+mj-lt"/>
                <a:cs typeface="+mj-lt"/>
              </a:rPr>
              <a:t>NanoSTLab</a:t>
            </a:r>
            <a:r>
              <a:rPr sz="2400">
                <a:solidFill>
                  <a:srgbClr val="92CCDC"/>
                </a:solidFill>
                <a:latin typeface="+mj-lt"/>
                <a:ea typeface="+mj-lt"/>
                <a:cs typeface="+mj-lt"/>
              </a:rPr>
              <a:t> </a:t>
            </a:r>
            <a:r>
              <a:rPr sz="2800">
                <a:solidFill>
                  <a:srgbClr val="92CCDC"/>
                </a:solidFill>
                <a:latin typeface="+mj-lt"/>
                <a:ea typeface="+mj-lt"/>
                <a:cs typeface="+mj-lt"/>
              </a:rPr>
              <a:t> </a:t>
            </a:r>
            <a:endParaRPr sz="2800" kern="0">
              <a:solidFill>
                <a:srgbClr val="92CCDC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4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7D09B0CA-6F79-4B15-BB1A-42A948E9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7774"/>
            <a:ext cx="9264352" cy="1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609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96535692-4226-45DC-AD45-7C075466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6480" y="837774"/>
            <a:ext cx="1775520" cy="1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609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B7D41411-ACF9-42F8-BCBC-AEABF8A3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16" y="836712"/>
            <a:ext cx="1044000" cy="1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B0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4052413f75764800"/>
    <p:sldLayoutId xmlns:r="http://schemas.openxmlformats.org/officeDocument/2006/relationships" id="2147483674" r:id="Rca3f87cc68c445e1"/>
    <p:sldLayoutId xmlns:r="http://schemas.openxmlformats.org/officeDocument/2006/relationships" id="2147483675" r:id="R9c4a3da0434c4490"/>
    <p:sldLayoutId xmlns:r="http://schemas.openxmlformats.org/officeDocument/2006/relationships" id="2147483676" r:id="R2010664f0ba24918"/>
    <p:sldLayoutId xmlns:r="http://schemas.openxmlformats.org/officeDocument/2006/relationships" id="2147483677" r:id="R5780282d496349ea"/>
    <p:sldLayoutId xmlns:r="http://schemas.openxmlformats.org/officeDocument/2006/relationships" id="2147483678" r:id="Rdca7b05c8ce940cc"/>
    <p:sldLayoutId xmlns:r="http://schemas.openxmlformats.org/officeDocument/2006/relationships" id="2147483679" r:id="R8d3acf4006b54589"/>
    <p:sldLayoutId xmlns:r="http://schemas.openxmlformats.org/officeDocument/2006/relationships" id="2147483680" r:id="Rdb43e5aad04e4237"/>
    <p:sldLayoutId xmlns:r="http://schemas.openxmlformats.org/officeDocument/2006/relationships" id="2147483681" r:id="R8bcbd13bdf8540e6"/>
    <p:sldLayoutId xmlns:r="http://schemas.openxmlformats.org/officeDocument/2006/relationships" id="2147483682" r:id="Rbbb79d473c0e4f08"/>
    <p:sldLayoutId xmlns:r="http://schemas.openxmlformats.org/officeDocument/2006/relationships" id="2147483683" r:id="Rfb0b51c1f89b4236"/>
  </p:sldLayoutIdLst>
  <p:txStyles>
    <p:titleStyle>
      <a:lvl1pPr xmlns:a="http://schemas.openxmlformats.org/drawingml/2006/main" algn="l">
        <a:spcBef>
          <a:spcPct val="0"/>
        </a:spcBef>
        <a:spcAft>
          <a:spcPct val="0"/>
        </a:spcAft>
        <a:buNone/>
        <a:defRPr sz="3200" b="1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spcBef>
          <a:spcPct val="0"/>
        </a:spcBef>
        <a:spcAft>
          <a:spcPct val="0"/>
        </a:spcAft>
        <a:buNone/>
        <a:defRPr sz="3600" b="1">
          <a:solidFill>
            <a:srgbClr val="0000CC"/>
          </a:solidFill>
          <a:latin typeface="Arial"/>
          <a:ea typeface="Arial"/>
          <a:cs typeface="Arial"/>
        </a:defRPr>
      </a:lvl2pPr>
      <a:lvl3pPr xmlns:a="http://schemas.openxmlformats.org/drawingml/2006/main" algn="l">
        <a:spcBef>
          <a:spcPct val="0"/>
        </a:spcBef>
        <a:spcAft>
          <a:spcPct val="0"/>
        </a:spcAft>
        <a:buNone/>
        <a:defRPr sz="3600" b="1">
          <a:solidFill>
            <a:srgbClr val="0000CC"/>
          </a:solidFill>
          <a:latin typeface="Arial"/>
          <a:ea typeface="Arial"/>
          <a:cs typeface="Arial"/>
        </a:defRPr>
      </a:lvl3pPr>
      <a:lvl4pPr xmlns:a="http://schemas.openxmlformats.org/drawingml/2006/main" algn="l">
        <a:spcBef>
          <a:spcPct val="0"/>
        </a:spcBef>
        <a:spcAft>
          <a:spcPct val="0"/>
        </a:spcAft>
        <a:buNone/>
        <a:defRPr sz="3600" b="1">
          <a:solidFill>
            <a:srgbClr val="0000CC"/>
          </a:solidFill>
          <a:latin typeface="Arial"/>
          <a:ea typeface="Arial"/>
          <a:cs typeface="Arial"/>
        </a:defRPr>
      </a:lvl4pPr>
      <a:lvl5pPr xmlns:a="http://schemas.openxmlformats.org/drawingml/2006/main" algn="l">
        <a:spcBef>
          <a:spcPct val="0"/>
        </a:spcBef>
        <a:spcAft>
          <a:spcPct val="0"/>
        </a:spcAft>
        <a:buNone/>
        <a:defRPr sz="3600" b="1">
          <a:solidFill>
            <a:srgbClr val="0000CC"/>
          </a:solidFill>
          <a:latin typeface="Arial"/>
          <a:ea typeface="Arial"/>
          <a:cs typeface="Arial"/>
        </a:defRPr>
      </a:lvl5pPr>
      <a:lvl6pPr xmlns:a="http://schemas.openxmlformats.org/drawingml/2006/main" marL="457212" algn="l">
        <a:spcBef>
          <a:spcPct val="0"/>
        </a:spcBef>
        <a:spcAft>
          <a:spcPct val="0"/>
        </a:spcAft>
        <a:buNone/>
        <a:defRPr sz="3600" b="1">
          <a:solidFill>
            <a:srgbClr val="0000CC"/>
          </a:solidFill>
          <a:latin typeface="Arial"/>
          <a:ea typeface="Arial"/>
          <a:cs typeface="Arial"/>
        </a:defRPr>
      </a:lvl6pPr>
      <a:lvl7pPr xmlns:a="http://schemas.openxmlformats.org/drawingml/2006/main" marL="914423" algn="l">
        <a:spcBef>
          <a:spcPct val="0"/>
        </a:spcBef>
        <a:spcAft>
          <a:spcPct val="0"/>
        </a:spcAft>
        <a:buNone/>
        <a:defRPr sz="3600" b="1">
          <a:solidFill>
            <a:srgbClr val="0000CC"/>
          </a:solidFill>
          <a:latin typeface="Arial"/>
          <a:ea typeface="Arial"/>
          <a:cs typeface="Arial"/>
        </a:defRPr>
      </a:lvl7pPr>
      <a:lvl8pPr xmlns:a="http://schemas.openxmlformats.org/drawingml/2006/main" marL="1371634" algn="l">
        <a:spcBef>
          <a:spcPct val="0"/>
        </a:spcBef>
        <a:spcAft>
          <a:spcPct val="0"/>
        </a:spcAft>
        <a:buNone/>
        <a:defRPr sz="3600" b="1">
          <a:solidFill>
            <a:srgbClr val="0000CC"/>
          </a:solidFill>
          <a:latin typeface="Arial"/>
          <a:ea typeface="Arial"/>
          <a:cs typeface="Arial"/>
        </a:defRPr>
      </a:lvl8pPr>
      <a:lvl9pPr xmlns:a="http://schemas.openxmlformats.org/drawingml/2006/main" marL="1828846" algn="l">
        <a:spcBef>
          <a:spcPct val="0"/>
        </a:spcBef>
        <a:spcAft>
          <a:spcPct val="0"/>
        </a:spcAft>
        <a:buNone/>
        <a:defRPr sz="3600" b="1">
          <a:solidFill>
            <a:srgbClr val="0000CC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342908" indent="-342908" algn="l">
        <a:spcBef>
          <a:spcPct val="50000"/>
        </a:spcBef>
        <a:spcAft>
          <a:spcPct val="0"/>
        </a:spcAft>
        <a:buClr>
          <a:srgbClr val="CC0000"/>
        </a:buClr>
        <a:buFont typeface="Wingdings"/>
        <a:buNone/>
        <a:defRPr sz="2400" b="1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69" indent="-285757" algn="l">
        <a:spcBef>
          <a:spcPct val="20000"/>
        </a:spcBef>
        <a:spcAft>
          <a:spcPct val="0"/>
        </a:spcAft>
        <a:buSzPct val="80000"/>
        <a:buFont typeface="Wingdings"/>
        <a:buChar char="n"/>
        <a:defRPr sz="2000" b="1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28" indent="-228606" algn="l">
        <a:spcBef>
          <a:spcPct val="20000"/>
        </a:spcBef>
        <a:spcAft>
          <a:spcPct val="0"/>
        </a:spcAft>
        <a:buClr>
          <a:srgbClr val="CC0000"/>
        </a:buClr>
        <a:buSzPct val="80000"/>
        <a:buFont typeface="Wingdings"/>
        <a:buChar char="u"/>
        <a:defRPr b="1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40" indent="-228606" algn="l">
        <a:spcBef>
          <a:spcPct val="20000"/>
        </a:spcBef>
        <a:spcAft>
          <a:spcPct val="0"/>
        </a:spcAft>
        <a:buSzPct val="80000"/>
        <a:buFont typeface="Wingdings"/>
        <a:buChar char="l"/>
        <a:defRPr b="1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52" indent="-228606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2514663" indent="-228606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xmlns:a="http://schemas.openxmlformats.org/drawingml/2006/main" marL="2971874" indent="-228606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xmlns:a="http://schemas.openxmlformats.org/drawingml/2006/main" marL="3429086" indent="-228606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xmlns:a="http://schemas.openxmlformats.org/drawingml/2006/main" marL="3886297" indent="-228606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9pPr>
    </p:bodyStyle>
    <p:otherStyle>
      <a:lvl1pPr xmlns:a="http://schemas.openxmlformats.org/drawingml/2006/main" marL="0" algn="l" defTabSz="914423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12" algn="l" defTabSz="914423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23" algn="l" defTabSz="914423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34" algn="l" defTabSz="914423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46" algn="l" defTabSz="914423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57" algn="l" defTabSz="914423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69" algn="l" defTabSz="914423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80" algn="l" defTabSz="914423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91" algn="l" defTabSz="914423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xmlns:a="http://schemas.openxmlformats.org/drawingml/2006/main" val="F26B43"/>
          </p15:clr>
        </p15:guide>
        <p15:guide id="2" pos="7256" userDrawn="1">
          <p15:clr>
            <a:srgbClr xmlns:a="http://schemas.openxmlformats.org/drawingml/2006/main" val="F26B43"/>
          </p15:clr>
        </p15:guide>
        <p15:guide id="3" orient="horz" pos="648" userDrawn="1">
          <p15:clr>
            <a:srgbClr xmlns:a="http://schemas.openxmlformats.org/drawingml/2006/main" val="F26B43"/>
          </p15:clr>
        </p15:guide>
        <p15:guide id="4" orient="horz" pos="712" userDrawn="1">
          <p15:clr>
            <a:srgbClr xmlns:a="http://schemas.openxmlformats.org/drawingml/2006/main" val="F26B43"/>
          </p15:clr>
        </p15:guide>
        <p15:guide id="5" orient="horz" pos="3928" userDrawn="1">
          <p15:clr>
            <a:srgbClr xmlns:a="http://schemas.openxmlformats.org/drawingml/2006/main" val="F26B43"/>
          </p15:clr>
        </p15:guide>
        <p15:guide id="6" orient="horz" pos="3864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自訂設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2004_PowerPoint Template-DIFD">
  <a:themeElements>
    <a:clrScheme name="2004_PowerPoint Template-DIFD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NanoST template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2004_PowerPoint Template-DIFD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f3664284f4dc7" /><Relationship Type="http://schemas.openxmlformats.org/officeDocument/2006/relationships/notesSlide" Target="/ppt/notesSlides/notesSlide1.xml" Id="Reca52a73131149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3a8c32be84078" /><Relationship Type="http://schemas.openxmlformats.org/officeDocument/2006/relationships/image" Target="/ppt/media/image4.png" Id="R8fc7397ad7f541b8" /><Relationship Type="http://schemas.openxmlformats.org/officeDocument/2006/relationships/notesSlide" Target="/ppt/notesSlides/notesSlide2.xml" Id="Rb7f24821a6dd4b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86bbcd41e4c87" /><Relationship Type="http://schemas.openxmlformats.org/officeDocument/2006/relationships/notesSlide" Target="/ppt/notesSlides/notesSlide3.xml" Id="Rccc2e40eb41540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a4b30d5f74416" /><Relationship Type="http://schemas.openxmlformats.org/officeDocument/2006/relationships/image" Target="/ppt/media/image5.png" Id="R439c0f0b9e7b46f8" /><Relationship Type="http://schemas.openxmlformats.org/officeDocument/2006/relationships/notesSlide" Target="/ppt/notesSlides/notesSlide4.xml" Id="R4768c816efc947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c248402904f9f" /><Relationship Type="http://schemas.openxmlformats.org/officeDocument/2006/relationships/notesSlide" Target="/ppt/notesSlides/notesSlide5.xml" Id="R03e2d8d83baf4e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e062180934e49" /><Relationship Type="http://schemas.openxmlformats.org/officeDocument/2006/relationships/image" Target="/ppt/media/image6.png" Id="Rde32319b271643d1" /><Relationship Type="http://schemas.openxmlformats.org/officeDocument/2006/relationships/notesSlide" Target="/ppt/notesSlides/notesSlide6.xml" Id="Rbba4451ee6cf4b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a5e253f4949bb" /><Relationship Type="http://schemas.openxmlformats.org/officeDocument/2006/relationships/image" Target="/ppt/media/image7.png" Id="R0dcfa062c4044f51" /><Relationship Type="http://schemas.openxmlformats.org/officeDocument/2006/relationships/notesSlide" Target="/ppt/notesSlides/notesSlide7.xml" Id="R71a48ba25f0548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86b0d76b445f8" /><Relationship Type="http://schemas.openxmlformats.org/officeDocument/2006/relationships/image" Target="/ppt/media/image8.png" Id="Rc13ff28392e54cd9" /><Relationship Type="http://schemas.openxmlformats.org/officeDocument/2006/relationships/notesSlide" Target="/ppt/notesSlides/notesSlide8.xml" Id="R1f5015cd22fc4d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aa7d97e19469e" /><Relationship Type="http://schemas.openxmlformats.org/officeDocument/2006/relationships/image" Target="/ppt/media/image9.png" Id="Rfff4564720694cd4" /><Relationship Type="http://schemas.openxmlformats.org/officeDocument/2006/relationships/notesSlide" Target="/ppt/notesSlides/notesSlide9.xml" Id="R10669f13edfc45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4196e2f5d49be" /><Relationship Type="http://schemas.openxmlformats.org/officeDocument/2006/relationships/image" Target="/ppt/media/image10.png" Id="R72cbe384fedf4945" /><Relationship Type="http://schemas.openxmlformats.org/officeDocument/2006/relationships/image" Target="/ppt/media/image11.png" Id="Ra19b5f83fc204483" /><Relationship Type="http://schemas.openxmlformats.org/officeDocument/2006/relationships/notesSlide" Target="/ppt/notesSlides/notesSlide10.xml" Id="R17cba42a5dda45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99b99445e4be7" /><Relationship Type="http://schemas.openxmlformats.org/officeDocument/2006/relationships/notesSlide" Target="/ppt/notesSlides/notesSlide11.xml" Id="Rb79ebf8189ef41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41f4e88524123" /><Relationship Type="http://schemas.openxmlformats.org/officeDocument/2006/relationships/notesSlide" Target="/ppt/notesSlides/notesSlide12.xml" Id="R6c158b677cac42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4E285763-710D-FBF2-87FB-2000E5AFF0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00125" y="1619250"/>
            <a:ext cx="5905500" cy="666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Background</a:t>
            </a:r>
            <a:endParaRPr/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053B30AC-C906-9AFF-6B11-EA0F8EDA1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Outline</a:t>
            </a:r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03C2EDB9-15D2-E36D-C97D-61D8A9845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fld id="{AD75FED6-38D0-DE9C-92C0-6E7FA635581C}" type="slidenum"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ACDD9-D2F4-4C28-90D7-76D386A8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Research Methods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57FC8-E4C6-41E1-86AB-4D138EE9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Research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70146-F351-4D94-90F7-D3910F46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4337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Conclusions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27122194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4E285763-710D-FBF2-87FB-2000E5AFF0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6750" y="4286250"/>
            <a:ext cx="10858500" cy="952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 mobility and BEOL compatibility are offset by negative VTH shift, hysteresis, and SS degradation at elevated temperature.</a:t>
            </a:r>
            <a:endParaRPr/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053B30AC-C906-9AFF-6B11-EA0F8EDA1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Thermal Stability Limits Ultrathin In₂O₃ FETs</a:t>
            </a:r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03C2EDB9-15D2-E36D-C97D-61D8A9845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fld id="{E2598689-54C9-18A7-3A19-ED76AA08988F}" type="slidenum"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fld>
            <a:endParaRPr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7397ad7f541b8"/>
          <a:stretch xmlns:a="http://schemas.openxmlformats.org/drawingml/2006/main"/>
        </p:blipFill>
        <p:spPr>
          <a:xfrm xmlns:a="http://schemas.openxmlformats.org/drawingml/2006/main">
            <a:off x="1642010" y="1285875"/>
            <a:ext cx="4526479" cy="2714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158B4-679F-4F58-892A-52ED56E0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76375"/>
            <a:ext cx="342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ALD / carbon defects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C740E-28EB-4162-B66C-3DDD30C7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19375"/>
            <a:ext cx="342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Metal + heat create Vₒ</a:t>
            </a:r>
          </a:p>
        </p:txBody>
      </p:sp>
      <p:cxnSp>
        <p:nvCxnSpPr>
          <p:cNvPr id="17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239250" y="20669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6092"/>
            </a:solidFill>
            <a:prstDash val="solid"/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07A2D-5EB4-4611-A577-FFFB3562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30003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DD115-89BE-4607-9723-5F8F28E7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242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Thermal drift</a:t>
            </a:r>
          </a:p>
        </p:txBody>
      </p:sp>
    </p:spTree>
    <p:extLst>
      <p:ext uri="{BB962C8B-B14F-4D97-AF65-F5344CB8AC3E}">
        <p14:creationId xmlns:p14="http://schemas.microsoft.com/office/powerpoint/2010/main" val="27122194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4E285763-710D-FBF2-87FB-2000E5AFF0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00125" y="1619250"/>
            <a:ext cx="5905500" cy="666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Research Background</a:t>
            </a:r>
            <a:endParaRPr/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053B30AC-C906-9AFF-6B11-EA0F8EDA1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Outline</a:t>
            </a:r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03C2EDB9-15D2-E36D-C97D-61D8A9845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fld id="{202359C0-8A7A-196E-DD58-8E6569619F09}" type="slidenum"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A528A-3452-4ED9-A66E-689B442A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Methods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B42D2-4046-41EE-BACD-18CC7BCC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Research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149E0-F7F4-4A2F-AACC-CC1DC6E0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4337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Conclusions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27122194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4E285763-710D-FBF2-87FB-2000E5AFF0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2000" y="4762500"/>
            <a:ext cx="10668000" cy="7143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2.5 nm In₂O₃ on 30 nm SiO₂/p⁺⁺ Si; RTO: O₂, 800 °C, 1 min before 30 nm Ni deposition.</a:t>
            </a:r>
            <a:endParaRPr/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053B30AC-C906-9AFF-6B11-EA0F8EDA1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Device Fabrication and Stability Tests</a:t>
            </a:r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03C2EDB9-15D2-E36D-C97D-61D8A9845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fld id="{EFD6AB9A-5F9E-5F59-51AB-3C8734130965}" type="slidenum"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fld>
            <a:endParaRPr/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c0f0b9e7b46f8"/>
          <a:stretch xmlns:a="http://schemas.openxmlformats.org/drawingml/2006/main"/>
        </p:blipFill>
        <p:spPr>
          <a:xfrm xmlns:a="http://schemas.openxmlformats.org/drawingml/2006/main">
            <a:off x="1359795" y="1285875"/>
            <a:ext cx="3471660" cy="304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890CE-A8E9-4E5E-879A-7E642884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200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660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6609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6092"/>
                </a:solidFill>
                <a:latin typeface="Arial"/>
                <a:ea typeface="Arial"/>
                <a:cs typeface="Arial"/>
              </a:rPr>
              <a:t>ALD 225 °C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7551F-140D-4403-B8CB-B1AB5569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76375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RTO 800 °C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02F85-9ED4-4F37-873D-9DFA55E0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660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6609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6092"/>
                </a:solidFill>
                <a:latin typeface="Arial"/>
                <a:ea typeface="Arial"/>
                <a:cs typeface="Arial"/>
              </a:rPr>
              <a:t>Ni S/D</a:t>
            </a:r>
          </a:p>
        </p:txBody>
      </p:sp>
      <p:cxnSp>
        <p:nvCxnSpPr>
          <p:cNvPr id="1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191500" y="17716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6092"/>
            </a:solidFill>
            <a:prstDash val="soli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810750" y="2066925"/>
            <a:ext cx="0" cy="790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6092"/>
            </a:solidFill>
            <a:prstDash val="soli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A2B45-BEE4-4AE7-A715-DCF9817E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Thermal / PBS / forming-gas tests</a:t>
            </a:r>
          </a:p>
        </p:txBody>
      </p:sp>
    </p:spTree>
    <p:extLst>
      <p:ext uri="{BB962C8B-B14F-4D97-AF65-F5344CB8AC3E}">
        <p14:creationId xmlns:p14="http://schemas.microsoft.com/office/powerpoint/2010/main" val="27122194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4E285763-710D-FBF2-87FB-2000E5AFF0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00125" y="1619250"/>
            <a:ext cx="5905500" cy="666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Research Background</a:t>
            </a:r>
            <a:endParaRPr/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053B30AC-C906-9AFF-6B11-EA0F8EDA1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Outline</a:t>
            </a:r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03C2EDB9-15D2-E36D-C97D-61D8A9845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fld id="{EE5B3003-2C54-13C6-9832-7637201064DE}" type="slidenum"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8409F-AA5A-43E1-AED4-05617D31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Research Methods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7627F-3C00-4ABD-906C-E83D567F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24DBA-0666-47F2-99E6-656BB100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4337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Conclusions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27122194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4E285763-710D-FBF2-87FB-2000E5AFF0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6750" y="4762500"/>
            <a:ext cx="10858500" cy="685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RTO converts the 2.5 nm channel from amorphous to crystalline and limits 1000 s PBS drift from −1.6 to −0.4 V.</a:t>
            </a:r>
            <a:endParaRPr/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053B30AC-C906-9AFF-6B11-EA0F8EDA1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RTO Crystallizes In₂O₃ in One Minute</a:t>
            </a:r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03C2EDB9-15D2-E36D-C97D-61D8A9845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fld id="{8C630A04-5A25-9E0C-9436-126091DB86B3}" type="slidenum"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fld>
            <a:endParaRPr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2319b271643d1"/>
          <a:stretch xmlns:a="http://schemas.openxmlformats.org/drawingml/2006/main"/>
        </p:blipFill>
        <p:spPr>
          <a:xfrm xmlns:a="http://schemas.openxmlformats.org/drawingml/2006/main">
            <a:off x="2625811" y="1190625"/>
            <a:ext cx="3797128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98671-A6D1-40A7-B6B3-488DC7CF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71625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As-deposited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CFABA-993A-4A3E-9325-A8BF86D1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Crystalline RTO</a:t>
            </a:r>
          </a:p>
        </p:txBody>
      </p:sp>
      <p:cxnSp>
        <p:nvCxnSpPr>
          <p:cNvPr id="17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715500" y="2124075"/>
            <a:ext cx="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6092"/>
            </a:solidFill>
            <a:prstDash val="solid"/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CFE07-0C2A-4281-BF00-0F5035BC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FF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A3CFF-E54B-4046-9AA4-A2BFD54D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00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1 min</a:t>
            </a:r>
          </a:p>
        </p:txBody>
      </p:sp>
    </p:spTree>
    <p:extLst>
      <p:ext uri="{BB962C8B-B14F-4D97-AF65-F5344CB8AC3E}">
        <p14:creationId xmlns:p14="http://schemas.microsoft.com/office/powerpoint/2010/main" val="27122194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4E285763-710D-FBF2-87FB-2000E5AFF0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6750" y="4810125"/>
            <a:ext cx="10858500" cy="619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XPS and FTIR show stronger stable In–O bonding and fewer Vₒ, C–O, C–H, and OH-related defects after RTO.</a:t>
            </a:r>
            <a:endParaRPr/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053B30AC-C906-9AFF-6B11-EA0F8EDA1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RTO Removes Carbon and Donor Defects</a:t>
            </a:r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03C2EDB9-15D2-E36D-C97D-61D8A9845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fld id="{D3D7D1C8-AE23-AA48-DF65-C742588DBE47}" type="slidenum"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fld>
            <a:endParaRPr/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fa062c4044f51"/>
          <a:stretch xmlns:a="http://schemas.openxmlformats.org/drawingml/2006/main"/>
        </p:blipFill>
        <p:spPr>
          <a:xfrm xmlns:a="http://schemas.openxmlformats.org/drawingml/2006/main">
            <a:off x="2173583" y="1190625"/>
            <a:ext cx="5558834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40099-33F0-4521-B635-B6224772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FF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0873E-068D-4B79-B345-5940D34D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Fewer defects</a:t>
            </a:r>
          </a:p>
        </p:txBody>
      </p:sp>
    </p:spTree>
    <p:extLst>
      <p:ext uri="{BB962C8B-B14F-4D97-AF65-F5344CB8AC3E}">
        <p14:creationId xmlns:p14="http://schemas.microsoft.com/office/powerpoint/2010/main" val="27122194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4E285763-710D-FBF2-87FB-2000E5AFF0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6750" y="4810125"/>
            <a:ext cx="10858500" cy="619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RTO shifts VTH from −4.7 ± 2 to 4.0 ± 0.7 V and lowers μFE from 26 ± 5 to 5 ± 3 cm²/V·s.</a:t>
            </a:r>
            <a:endParaRPr/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053B30AC-C906-9AFF-6B11-EA0F8EDA1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Crystallinity Trades Mobility for Stability</a:t>
            </a:r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03C2EDB9-15D2-E36D-C97D-61D8A9845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fld id="{BA58DA2A-B818-18A9-29C1-B697728D5BCE}" type="slidenum"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fld>
            <a:endParaRPr/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ff28392e54cd9"/>
          <a:stretch xmlns:a="http://schemas.openxmlformats.org/drawingml/2006/main"/>
        </p:blipFill>
        <p:spPr>
          <a:xfrm xmlns:a="http://schemas.openxmlformats.org/drawingml/2006/main">
            <a:off x="2841625" y="1190625"/>
            <a:ext cx="38417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4924E-D44E-49DA-9B0E-23813176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2143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FF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F7A39-2636-44E9-AD31-2CACC7E6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Eg: 2.73 → 2.79 eV</a:t>
            </a:r>
          </a:p>
        </p:txBody>
      </p:sp>
    </p:spTree>
    <p:extLst>
      <p:ext uri="{BB962C8B-B14F-4D97-AF65-F5344CB8AC3E}">
        <p14:creationId xmlns:p14="http://schemas.microsoft.com/office/powerpoint/2010/main" val="27122194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4E285763-710D-FBF2-87FB-2000E5AFF0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6750" y="4810125"/>
            <a:ext cx="10858500" cy="619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After 300 °C forming-gas annealing, as-deposited transfer curves degrade strongly; RTO 800 °C devices change only slightly.</a:t>
            </a:r>
            <a:endParaRPr/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053B30AC-C906-9AFF-6B11-EA0F8EDA1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Crystalline In₂O₃ Resists Hydrogen Damage</a:t>
            </a:r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03C2EDB9-15D2-E36D-C97D-61D8A9845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fld id="{388657AE-30A1-5A7A-6A7F-315D84436430}" type="slidenum"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fld>
            <a:endParaRPr/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4564720694cd4"/>
          <a:stretch xmlns:a="http://schemas.openxmlformats.org/drawingml/2006/main"/>
        </p:blipFill>
        <p:spPr>
          <a:xfrm xmlns:a="http://schemas.openxmlformats.org/drawingml/2006/main">
            <a:off x="1848575" y="1190625"/>
            <a:ext cx="6399351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749EB-E55A-487B-93B9-9E041737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857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B6A28-273F-4AEB-98C8-DACCA0D3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Hydrogen immunity</a:t>
            </a:r>
          </a:p>
        </p:txBody>
      </p:sp>
    </p:spTree>
    <p:extLst>
      <p:ext uri="{BB962C8B-B14F-4D97-AF65-F5344CB8AC3E}">
        <p14:creationId xmlns:p14="http://schemas.microsoft.com/office/powerpoint/2010/main" val="27122194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4E285763-710D-FBF2-87FB-2000E5AFF0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1500" y="4857750"/>
            <a:ext cx="11049000" cy="5905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At 127 °C, RTO shifts only 0.05/0.15 V. From Lch 9→2 μm, VTH remains ~4 V instead of falling to −11.76 V.</a:t>
            </a:r>
            <a:endParaRPr/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053B30AC-C906-9AFF-6B11-EA0F8EDA1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RTO Stabilizes Temperature and Channel Scaling</a:t>
            </a:r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03C2EDB9-15D2-E36D-C97D-61D8A9845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fld id="{DB7BEEEC-A170-5376-2B6E-CB54687B0CB1}" type="slidenum"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fld>
            <a:endParaRPr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be384fedf4945"/>
          <a:stretch xmlns:a="http://schemas.openxmlformats.org/drawingml/2006/main"/>
        </p:blipFill>
        <p:spPr>
          <a:xfrm xmlns:a="http://schemas.openxmlformats.org/drawingml/2006/main">
            <a:off x="617907" y="1285875"/>
            <a:ext cx="5241187" cy="31432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b5f83fc204483"/>
          <a:stretch xmlns:a="http://schemas.openxmlformats.org/drawingml/2006/main"/>
        </p:blipFill>
        <p:spPr>
          <a:xfrm xmlns:a="http://schemas.openxmlformats.org/drawingml/2006/main">
            <a:off x="6429375" y="1798357"/>
            <a:ext cx="5048250" cy="211828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AC433-76A0-48D8-B0CE-8D1E1740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33875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27 → 127 °C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B714E-6276-4164-9612-1DEEFCE1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9 → 2 μm</a:t>
            </a:r>
          </a:p>
        </p:txBody>
      </p:sp>
      <p:cxnSp>
        <p:nvCxnSpPr>
          <p:cNvPr id="1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95750" y="4543425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6092"/>
            </a:solidFill>
            <a:prstDash val="solid"/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CC1E8-5135-4BF3-B111-F96FAD96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2905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FF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27122194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4E285763-710D-FBF2-87FB-2000E5AFF0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00125" y="1619250"/>
            <a:ext cx="5905500" cy="666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Research Background</a:t>
            </a:r>
            <a:endParaRPr/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053B30AC-C906-9AFF-6B11-EA0F8EDA1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Outline</a:t>
            </a:r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03C2EDB9-15D2-E36D-C97D-61D8A9845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fld id="{30394428-F1DC-E5F6-DB0C-7DE31F3D8A23}" type="slidenum"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B1C1C-69C5-434B-8EA9-352DC1CA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Research Methods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36C8B-A328-458E-906B-31C56604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Research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562EE-4F38-4301-99DA-3893B534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4337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Conclusions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271221942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4E285763-710D-FBF2-87FB-2000E5AFF0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4476750"/>
            <a:ext cx="10477500" cy="8096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Enhancing crystallinity both passivates existing defects and suppresses new metal- and heat-induced defects, enabling stable In₂O₃ for complex 3D devices.</a:t>
            </a:r>
            <a:endParaRPr/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053B30AC-C906-9AFF-6B11-EA0F8EDA1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Conclusions and Future Work</a:t>
            </a:r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03C2EDB9-15D2-E36D-C97D-61D8A9845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fld id="{4DB16885-0D3F-A391-B669-3211DB3B26E8}" type="slidenum"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18288-A166-4889-A477-893169E7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2476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800 °C O₂ RTO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EA3BB-4434-44B1-B59D-1874B2DA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57375"/>
            <a:ext cx="2571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Higher crystallinity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06BD6-0F02-4568-A1F6-0FAB2A8D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57375"/>
            <a:ext cx="2571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Stable VTH + H₂ immunity</a:t>
            </a:r>
          </a:p>
        </p:txBody>
      </p:sp>
      <p:cxnSp>
        <p:nvCxnSpPr>
          <p:cNvPr id="1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76625" y="22383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6092"/>
            </a:solidFill>
            <a:prstDash val="solid"/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381875" y="22383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6092"/>
            </a:solidFill>
            <a:prstDash val="solid"/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52534-0E07-4AF7-817B-98CB18E0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861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Next: top-gate, GAA, and monolithic 3D integration</a:t>
            </a:r>
          </a:p>
        </p:txBody>
      </p:sp>
    </p:spTree>
    <p:extLst>
      <p:ext uri="{BB962C8B-B14F-4D97-AF65-F5344CB8AC3E}">
        <p14:creationId xmlns:p14="http://schemas.microsoft.com/office/powerpoint/2010/main" val="2712219426"/>
      </p:ext>
    </p:extLst>
  </p:cSld>
</p:sld>
</file>

<file path=ppt/theme/theme1.xml><?xml version="1.0" encoding="utf-8"?>
<a:theme xmlns:a="http://schemas.openxmlformats.org/drawingml/2006/main" name="自訂設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2026-08-17T07:46:11.0640000Z</dcterms:created>
  <dcterms:modified xsi:type="dcterms:W3CDTF">2026-08-17T07:46:11.0640000Z</dcterms:modified>
</coreProperties>
</file>