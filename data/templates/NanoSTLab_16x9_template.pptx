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46" r:id="rId2"/>
  </p:sldIdLst>
  <p:sldSz cx="12192000" cy="6858000"/>
  <p:notesSz cx="9928225" cy="6797675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A3D1C1AB-DDE6-4572-839B-D360D20B19BA}">
          <p14:sldIdLst>
            <p14:sldId id="346"/>
          </p14:sldIdLst>
        </p14:section>
        <p14:section name="Introduction" id="{4DFD9107-9A72-4BC7-A459-F13B60A3C315}">
          <p14:sldIdLst/>
        </p14:section>
        <p14:section name="Quantum Gate and Quantum Circuit" id="{D2B6A390-BA6F-4963-87C2-A8056917DEC4}">
          <p14:sldIdLst/>
        </p14:section>
        <p14:section name="Short Summary" id="{40BE633D-A04A-4E16-89DF-E5AF1319191B}">
          <p14:sldIdLst/>
        </p14:section>
        <p14:section name="Quantum Algorithm" id="{E28B291E-F0A9-4C97-8AFF-2E580E742B46}">
          <p14:sldIdLst/>
        </p14:section>
        <p14:section name="VQE" id="{F7EC871C-B070-4C42-AE6F-E151A9C20F25}">
          <p14:sldIdLst/>
        </p14:section>
        <p14:section name="Hardware" id="{FE473B34-B7A3-495D-9495-920F8FA8C113}">
          <p14:sldIdLst/>
        </p14:section>
        <p14:section name="Backup" id="{1DAF1C7D-7392-4C64-841F-BDC66237AB4A}">
          <p14:sldIdLst/>
        </p14:section>
        <p14:section name="Double-Slit" id="{0F32CA9B-742A-4D2F-9908-427E148667CD}">
          <p14:sldIdLst/>
        </p14:section>
        <p14:section name="Gate Operation" id="{9A389602-FEDC-4779-AB02-BC42B83BA610}">
          <p14:sldIdLst/>
        </p14:section>
        <p14:section name="Example" id="{E36C5FD0-7BDA-4EFA-9DD4-B2513CD4A891}">
          <p14:sldIdLst/>
        </p14:section>
        <p14:section name="VQE &amp; Max-Cut" id="{0274FC3F-A649-4593-9973-52C98532A754}">
          <p14:sldIdLst/>
        </p14:section>
        <p14:section name="QGAN" id="{37EAF232-E530-4CDF-93D8-4DEFFCD96F79}">
          <p14:sldIdLst/>
        </p14:section>
        <p14:section name="Si Gate operation" id="{532172DE-9909-48A0-9AA4-549917025A6B}">
          <p14:sldIdLst/>
        </p14:section>
        <p14:section name="Others" id="{1792ED54-12C5-427D-B4E1-3467C9098873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1" userDrawn="1">
          <p15:clr>
            <a:srgbClr val="A4A3A4"/>
          </p15:clr>
        </p15:guide>
        <p15:guide id="2" pos="3127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5CC49"/>
    <a:srgbClr val="4E4844"/>
    <a:srgbClr val="000AD0"/>
    <a:srgbClr val="0000BC"/>
    <a:srgbClr val="B0B0B0"/>
    <a:srgbClr val="8D7BA3"/>
    <a:srgbClr val="F6ED3B"/>
    <a:srgbClr val="FFFF66"/>
    <a:srgbClr val="F3C0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D083AE6-46FA-4A59-8FB0-9F97EB10719F}" styleName="淺色樣式 3 - 輔色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淺色樣式 1 - 輔色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5316" autoAdjust="0"/>
  </p:normalViewPr>
  <p:slideViewPr>
    <p:cSldViewPr snapToGrid="0">
      <p:cViewPr varScale="1">
        <p:scale>
          <a:sx n="70" d="100"/>
          <a:sy n="70" d="100"/>
        </p:scale>
        <p:origin x="500" y="5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12" d="100"/>
          <a:sy n="112" d="100"/>
        </p:scale>
        <p:origin x="2244" y="96"/>
      </p:cViewPr>
      <p:guideLst>
        <p:guide orient="horz" pos="2141"/>
        <p:guide pos="312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302230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5623699" y="0"/>
            <a:ext cx="4302230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E3A282-2104-4306-A022-D5938FF0A398}" type="datetimeFigureOut">
              <a:rPr lang="zh-TW" altLang="en-US" smtClean="0"/>
              <a:t>2026/8/11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2" y="6456613"/>
            <a:ext cx="4302230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5623699" y="6456613"/>
            <a:ext cx="4302230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F5D0CB-22BA-4800-8FCD-2DF70F9707A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3715354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302230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5623699" y="0"/>
            <a:ext cx="4302230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128969-C146-44F4-AF4C-878F9EFF1E08}" type="datetimeFigureOut">
              <a:rPr lang="zh-TW" altLang="en-US" smtClean="0"/>
              <a:t>2026/8/11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2924175" y="849313"/>
            <a:ext cx="4079875" cy="2295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992824" y="3271382"/>
            <a:ext cx="7942580" cy="26765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2" y="6456613"/>
            <a:ext cx="4302230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5623699" y="6456613"/>
            <a:ext cx="4302230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CEB455-5A5A-4047-B847-40DCEFF14F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58169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圓角矩形 4"/>
          <p:cNvSpPr/>
          <p:nvPr userDrawn="1"/>
        </p:nvSpPr>
        <p:spPr>
          <a:xfrm>
            <a:off x="5519937" y="260647"/>
            <a:ext cx="6256527" cy="259228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TW" sz="1800" dirty="0"/>
          </a:p>
          <a:p>
            <a:pPr algn="ctr"/>
            <a:endParaRPr lang="en-US" altLang="zh-TW" sz="1800" dirty="0"/>
          </a:p>
          <a:p>
            <a:pPr algn="ctr"/>
            <a:endParaRPr lang="en-US" altLang="zh-TW" sz="1800" dirty="0"/>
          </a:p>
          <a:p>
            <a:pPr algn="ctr"/>
            <a:endParaRPr lang="en-US" altLang="zh-TW" sz="1800" dirty="0"/>
          </a:p>
          <a:p>
            <a:pPr algn="ctr"/>
            <a:endParaRPr lang="en-US" altLang="zh-TW" sz="1800" dirty="0"/>
          </a:p>
          <a:p>
            <a:pPr algn="ctr"/>
            <a:endParaRPr lang="en-US" altLang="zh-TW" sz="1800" dirty="0"/>
          </a:p>
          <a:p>
            <a:pPr algn="ctr"/>
            <a:endParaRPr lang="en-US" altLang="zh-TW" sz="1800" dirty="0"/>
          </a:p>
          <a:p>
            <a:pPr algn="ctr"/>
            <a:endParaRPr lang="en-US" altLang="zh-TW" sz="1800" dirty="0"/>
          </a:p>
          <a:p>
            <a:pPr algn="ctr"/>
            <a:r>
              <a:rPr lang="en-US" altLang="zh-TW" sz="1800" dirty="0">
                <a:latin typeface="Mistral" panose="03090702030407020403" pitchFamily="66" charset="0"/>
              </a:rPr>
              <a:t>Quantum Computing</a:t>
            </a:r>
          </a:p>
        </p:txBody>
      </p:sp>
      <p:sp>
        <p:nvSpPr>
          <p:cNvPr id="14" name="圓角矩形 13"/>
          <p:cNvSpPr/>
          <p:nvPr userDrawn="1"/>
        </p:nvSpPr>
        <p:spPr>
          <a:xfrm>
            <a:off x="335365" y="2961327"/>
            <a:ext cx="2435047" cy="3600400"/>
          </a:xfrm>
          <a:prstGeom prst="roundRect">
            <a:avLst>
              <a:gd name="adj" fmla="val 6668"/>
            </a:avLst>
          </a:prstGeom>
          <a:solidFill>
            <a:srgbClr val="F9CB07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 dirty="0"/>
          </a:p>
        </p:txBody>
      </p:sp>
      <p:pic>
        <p:nvPicPr>
          <p:cNvPr id="12" name="圖片 11"/>
          <p:cNvPicPr>
            <a:picLocks noChangeAspect="1"/>
          </p:cNvPicPr>
          <p:nvPr userDrawn="1"/>
        </p:nvPicPr>
        <p:blipFill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7649" y="2961327"/>
            <a:ext cx="9025004" cy="3600400"/>
          </a:xfrm>
          <a:prstGeom prst="roundRect">
            <a:avLst>
              <a:gd name="adj" fmla="val 7810"/>
            </a:avLst>
          </a:prstGeom>
          <a:ln>
            <a:noFill/>
          </a:ln>
        </p:spPr>
      </p:pic>
      <p:sp>
        <p:nvSpPr>
          <p:cNvPr id="2" name="標題 1"/>
          <p:cNvSpPr>
            <a:spLocks noGrp="1"/>
          </p:cNvSpPr>
          <p:nvPr>
            <p:ph type="ctrTitle" hasCustomPrompt="1"/>
          </p:nvPr>
        </p:nvSpPr>
        <p:spPr>
          <a:xfrm>
            <a:off x="3023658" y="3135419"/>
            <a:ext cx="8832983" cy="2190751"/>
          </a:xfrm>
          <a:ln>
            <a:noFill/>
          </a:ln>
        </p:spPr>
        <p:txBody>
          <a:bodyPr>
            <a:normAutofit/>
          </a:bodyPr>
          <a:lstStyle>
            <a:lvl1pPr algn="ctr">
              <a:defRPr sz="4400" b="1" cap="none" spc="0" baseline="0">
                <a:ln w="12700">
                  <a:noFill/>
                  <a:prstDash val="solid"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Adobe 繁黑體 Std B" pitchFamily="34" charset="-12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/>
              <a:t>Topic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 hasCustomPrompt="1"/>
          </p:nvPr>
        </p:nvSpPr>
        <p:spPr>
          <a:xfrm>
            <a:off x="3023658" y="5434561"/>
            <a:ext cx="8832983" cy="1018781"/>
          </a:xfrm>
        </p:spPr>
        <p:txBody>
          <a:bodyPr>
            <a:normAutofit/>
          </a:bodyPr>
          <a:lstStyle>
            <a:lvl1pPr marL="0" indent="0" algn="ctr">
              <a:buNone/>
              <a:defRPr sz="2000" b="0" cap="none" spc="0" baseline="0">
                <a:ln w="18415" cmpd="sng">
                  <a:noFill/>
                  <a:prstDash val="solid"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dobe 繁黑體 Std B" pitchFamily="34" charset="-12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 dirty="0" err="1"/>
              <a:t>Advisor:Tuo-Hung</a:t>
            </a:r>
            <a:r>
              <a:rPr lang="zh-TW" altLang="en-US" dirty="0"/>
              <a:t> </a:t>
            </a:r>
            <a:r>
              <a:rPr lang="en-US" altLang="zh-TW" dirty="0"/>
              <a:t>(Alex)</a:t>
            </a:r>
            <a:r>
              <a:rPr lang="zh-TW" altLang="en-US" dirty="0"/>
              <a:t> </a:t>
            </a:r>
            <a:r>
              <a:rPr lang="en-US" altLang="zh-TW" dirty="0"/>
              <a:t>Hou</a:t>
            </a:r>
          </a:p>
          <a:p>
            <a:r>
              <a:rPr lang="en-US" altLang="zh-TW" dirty="0" err="1"/>
              <a:t>Studient</a:t>
            </a:r>
            <a:r>
              <a:rPr lang="en-US" altLang="zh-TW" dirty="0"/>
              <a:t>: </a:t>
            </a:r>
            <a:r>
              <a:rPr lang="en-US" altLang="zh-TW" dirty="0" err="1"/>
              <a:t>Chih</a:t>
            </a:r>
            <a:r>
              <a:rPr lang="en-US" altLang="zh-TW" dirty="0"/>
              <a:t>-Pin Hsu</a:t>
            </a:r>
          </a:p>
          <a:p>
            <a:r>
              <a:rPr lang="en-US" altLang="zh-TW" dirty="0"/>
              <a:t>2017/02/13</a:t>
            </a:r>
            <a:endParaRPr lang="zh-TW" altLang="en-US" dirty="0"/>
          </a:p>
        </p:txBody>
      </p:sp>
      <p:pic>
        <p:nvPicPr>
          <p:cNvPr id="15" name="Picture 2" descr="C:\Users\user\Desktop\未命名-1.png"/>
          <p:cNvPicPr>
            <a:picLocks noChangeAspect="1" noChangeArrowheads="1"/>
          </p:cNvPicPr>
          <p:nvPr userDrawn="1"/>
        </p:nvPicPr>
        <p:blipFill rotWithShape="1">
          <a:blip r:embed="rId4" cstate="print">
            <a:clrChange>
              <a:clrFrom>
                <a:srgbClr val="864BCC"/>
              </a:clrFrom>
              <a:clrTo>
                <a:srgbClr val="864BCC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7616"/>
                    </a14:imgEffect>
                    <a14:imgEffect>
                      <a14:saturation sat="200000"/>
                    </a14:imgEffect>
                    <a14:imgEffect>
                      <a14:brightnessContrast bright="73000" contrast="-78000"/>
                    </a14:imgEffect>
                  </a14:imgLayer>
                </a14:imgProps>
              </a:ext>
            </a:extLst>
          </a:blip>
          <a:srcRect l="33004" r="-1120" b="25803"/>
          <a:stretch/>
        </p:blipFill>
        <p:spPr bwMode="auto">
          <a:xfrm>
            <a:off x="344403" y="4767479"/>
            <a:ext cx="2193611" cy="1792104"/>
          </a:xfrm>
          <a:prstGeom prst="rect">
            <a:avLst/>
          </a:prstGeom>
          <a:noFill/>
          <a:effectLst/>
        </p:spPr>
      </p:pic>
      <p:sp>
        <p:nvSpPr>
          <p:cNvPr id="16" name="文字方塊 15"/>
          <p:cNvSpPr txBox="1"/>
          <p:nvPr userDrawn="1"/>
        </p:nvSpPr>
        <p:spPr>
          <a:xfrm>
            <a:off x="383370" y="3135413"/>
            <a:ext cx="230425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TW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  <a:ea typeface="Kozuka Gothic Pr6N R" pitchFamily="34" charset="-128"/>
              </a:rPr>
              <a:t>National</a:t>
            </a:r>
            <a:r>
              <a:rPr lang="en-US" altLang="zh-TW" sz="2400" b="1" baseline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  <a:ea typeface="Kozuka Gothic Pr6N R" pitchFamily="34" charset="-128"/>
              </a:rPr>
              <a:t> </a:t>
            </a:r>
          </a:p>
          <a:p>
            <a:pPr algn="l"/>
            <a:r>
              <a:rPr lang="en-US" altLang="zh-TW" sz="24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  <a:ea typeface="Kozuka Gothic Pr6N R" pitchFamily="34" charset="-128"/>
              </a:rPr>
              <a:t>Chiao</a:t>
            </a:r>
            <a:r>
              <a:rPr lang="en-US" altLang="zh-TW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  <a:ea typeface="Kozuka Gothic Pr6N R" pitchFamily="34" charset="-128"/>
              </a:rPr>
              <a:t> </a:t>
            </a:r>
          </a:p>
          <a:p>
            <a:pPr algn="l"/>
            <a:r>
              <a:rPr lang="en-US" altLang="zh-TW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  <a:ea typeface="Kozuka Gothic Pr6N R" pitchFamily="34" charset="-128"/>
              </a:rPr>
              <a:t>Tung </a:t>
            </a:r>
          </a:p>
          <a:p>
            <a:pPr algn="l"/>
            <a:r>
              <a:rPr lang="en-US" altLang="zh-TW" sz="2400" b="1" baseline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  <a:ea typeface="Kozuka Gothic Pr6N R" pitchFamily="34" charset="-128"/>
              </a:rPr>
              <a:t>University</a:t>
            </a:r>
            <a:r>
              <a:rPr lang="zh-TW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  <a:ea typeface="Kozuka Gothic Pr6N R" pitchFamily="34" charset="-128"/>
              </a:rPr>
              <a:t> </a:t>
            </a:r>
          </a:p>
        </p:txBody>
      </p:sp>
      <p:sp>
        <p:nvSpPr>
          <p:cNvPr id="26" name="圓角矩形 25"/>
          <p:cNvSpPr/>
          <p:nvPr userDrawn="1"/>
        </p:nvSpPr>
        <p:spPr>
          <a:xfrm>
            <a:off x="335360" y="260648"/>
            <a:ext cx="5014563" cy="2592288"/>
          </a:xfrm>
          <a:prstGeom prst="roundRect">
            <a:avLst>
              <a:gd name="adj" fmla="val 6953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TW" altLang="en-US" sz="1800" dirty="0"/>
          </a:p>
        </p:txBody>
      </p:sp>
      <p:sp>
        <p:nvSpPr>
          <p:cNvPr id="27" name="文字方塊 26"/>
          <p:cNvSpPr txBox="1"/>
          <p:nvPr userDrawn="1"/>
        </p:nvSpPr>
        <p:spPr>
          <a:xfrm>
            <a:off x="-1392831" y="1196414"/>
            <a:ext cx="81123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400" b="0" baseline="0" dirty="0">
                <a:solidFill>
                  <a:srgbClr val="FFFF00"/>
                </a:solidFill>
                <a:latin typeface="Berlin Sans FB Demi" panose="020E0802020502020306" pitchFamily="34" charset="0"/>
              </a:rPr>
              <a:t> </a:t>
            </a:r>
            <a:r>
              <a:rPr lang="en-US" altLang="zh-TW" sz="4400" b="0" baseline="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Jokerman" panose="04090605060D06020702" pitchFamily="82" charset="0"/>
              </a:rPr>
              <a:t>NanoST</a:t>
            </a:r>
            <a:r>
              <a:rPr lang="en-US" altLang="zh-TW" sz="2800" b="0" baseline="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Jokerman" panose="04090605060D06020702" pitchFamily="82" charset="0"/>
              </a:rPr>
              <a:t>Lab</a:t>
            </a:r>
            <a:r>
              <a:rPr lang="en-US" altLang="zh-TW" sz="4400" b="0" baseline="0" dirty="0">
                <a:solidFill>
                  <a:schemeClr val="accent5">
                    <a:lumMod val="60000"/>
                    <a:lumOff val="40000"/>
                  </a:schemeClr>
                </a:solidFill>
                <a:latin typeface="Segoe Script" pitchFamily="34" charset="0"/>
              </a:rPr>
              <a:t>  </a:t>
            </a:r>
            <a:endParaRPr lang="zh-TW" altLang="en-US" sz="4400" b="0" dirty="0">
              <a:solidFill>
                <a:schemeClr val="accent5">
                  <a:lumMod val="60000"/>
                  <a:lumOff val="40000"/>
                </a:schemeClr>
              </a:solidFill>
              <a:latin typeface="Segoe Script" pitchFamily="34" charset="0"/>
            </a:endParaRPr>
          </a:p>
        </p:txBody>
      </p:sp>
      <p:sp>
        <p:nvSpPr>
          <p:cNvPr id="28" name="圓角矩形 27"/>
          <p:cNvSpPr/>
          <p:nvPr userDrawn="1"/>
        </p:nvSpPr>
        <p:spPr>
          <a:xfrm>
            <a:off x="335361" y="1887432"/>
            <a:ext cx="5014563" cy="45719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/>
          </a:p>
        </p:txBody>
      </p:sp>
      <p:pic>
        <p:nvPicPr>
          <p:cNvPr id="24" name="圖片 23">
            <a:extLst>
              <a:ext uri="{FF2B5EF4-FFF2-40B4-BE49-F238E27FC236}">
                <a16:creationId xmlns:a16="http://schemas.microsoft.com/office/drawing/2014/main" id="{2DA4BA55-4BF7-4EFE-9068-B599FC2F05F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1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31992" b="17949"/>
          <a:stretch/>
        </p:blipFill>
        <p:spPr>
          <a:xfrm>
            <a:off x="6658019" y="431034"/>
            <a:ext cx="3980673" cy="2036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441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 userDrawn="1"/>
        </p:nvSpPr>
        <p:spPr>
          <a:xfrm>
            <a:off x="0" y="0"/>
            <a:ext cx="12192000" cy="908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/>
          </a:p>
        </p:txBody>
      </p:sp>
      <p:sp>
        <p:nvSpPr>
          <p:cNvPr id="26" name="矩形 25"/>
          <p:cNvSpPr/>
          <p:nvPr userDrawn="1"/>
        </p:nvSpPr>
        <p:spPr>
          <a:xfrm rot="16200000">
            <a:off x="5636876" y="312404"/>
            <a:ext cx="918248" cy="121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/>
          </a:p>
        </p:txBody>
      </p:sp>
      <p:sp>
        <p:nvSpPr>
          <p:cNvPr id="8" name="矩形 7"/>
          <p:cNvSpPr/>
          <p:nvPr userDrawn="1"/>
        </p:nvSpPr>
        <p:spPr>
          <a:xfrm rot="10800000">
            <a:off x="-3502" y="6037517"/>
            <a:ext cx="7389027" cy="828000"/>
          </a:xfrm>
          <a:prstGeom prst="rect">
            <a:avLst/>
          </a:prstGeom>
          <a:solidFill>
            <a:srgbClr val="F9CB07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 dirty="0">
              <a:solidFill>
                <a:srgbClr val="FFFF00"/>
              </a:solidFill>
            </a:endParaRPr>
          </a:p>
        </p:txBody>
      </p:sp>
      <p:sp>
        <p:nvSpPr>
          <p:cNvPr id="11" name="矩形 10"/>
          <p:cNvSpPr/>
          <p:nvPr userDrawn="1"/>
        </p:nvSpPr>
        <p:spPr>
          <a:xfrm rot="10800000">
            <a:off x="8485735" y="6038882"/>
            <a:ext cx="3706268" cy="82758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/>
          </a:p>
        </p:txBody>
      </p:sp>
      <p:sp>
        <p:nvSpPr>
          <p:cNvPr id="12" name="直角三角形 11"/>
          <p:cNvSpPr/>
          <p:nvPr userDrawn="1"/>
        </p:nvSpPr>
        <p:spPr>
          <a:xfrm>
            <a:off x="7382988" y="6037517"/>
            <a:ext cx="932971" cy="828000"/>
          </a:xfrm>
          <a:prstGeom prst="rtTriangle">
            <a:avLst/>
          </a:prstGeom>
          <a:solidFill>
            <a:srgbClr val="F9CB07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>
              <a:ln>
                <a:solidFill>
                  <a:schemeClr val="tx1"/>
                </a:solidFill>
              </a:ln>
              <a:solidFill>
                <a:srgbClr val="FFFF00"/>
              </a:solidFill>
            </a:endParaRPr>
          </a:p>
        </p:txBody>
      </p:sp>
      <p:sp>
        <p:nvSpPr>
          <p:cNvPr id="13" name="直角三角形 12"/>
          <p:cNvSpPr/>
          <p:nvPr userDrawn="1"/>
        </p:nvSpPr>
        <p:spPr>
          <a:xfrm rot="10800000">
            <a:off x="7556481" y="6038333"/>
            <a:ext cx="932971" cy="828000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39350" y="1052736"/>
            <a:ext cx="11713301" cy="4809534"/>
          </a:xfrm>
        </p:spPr>
        <p:txBody>
          <a:bodyPr/>
          <a:lstStyle>
            <a:lvl1pPr marL="342900" indent="-342900">
              <a:buClr>
                <a:schemeClr val="tx2"/>
              </a:buClr>
              <a:buSzPct val="103000"/>
              <a:buFont typeface="Wingdings" pitchFamily="2" charset="2"/>
              <a:buChar char="p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繁黑體 Std B"/>
                <a:cs typeface="Arial" panose="020B0604020202020204" pitchFamily="34" charset="0"/>
              </a:defRPr>
            </a:lvl1pPr>
            <a:lvl2pPr marL="742950" indent="-285750">
              <a:buClr>
                <a:srgbClr val="FFC000"/>
              </a:buClr>
              <a:buFont typeface="Wingdings" panose="05000000000000000000" pitchFamily="2" charset="2"/>
              <a:buChar char="u"/>
              <a:defRPr sz="2000">
                <a:latin typeface="Arial" panose="020B0604020202020204" pitchFamily="34" charset="0"/>
                <a:ea typeface="Adobe 繁黑體 Std B"/>
                <a:cs typeface="Arial" panose="020B0604020202020204" pitchFamily="34" charset="0"/>
              </a:defRPr>
            </a:lvl2pPr>
            <a:lvl3pPr marL="1143000" indent="-228600">
              <a:buClr>
                <a:schemeClr val="tx2">
                  <a:lumMod val="75000"/>
                </a:schemeClr>
              </a:buClr>
              <a:buFont typeface="Wingdings" panose="05000000000000000000" pitchFamily="2" charset="2"/>
              <a:buChar char="l"/>
              <a:defRPr sz="1800">
                <a:latin typeface="Arial" panose="020B0604020202020204" pitchFamily="34" charset="0"/>
                <a:ea typeface="Adobe 繁黑體 Std B"/>
                <a:cs typeface="Arial" panose="020B0604020202020204" pitchFamily="34" charset="0"/>
              </a:defRPr>
            </a:lvl3pPr>
            <a:lvl4pPr marL="1600200" indent="-228600">
              <a:buClr>
                <a:srgbClr val="FFC000"/>
              </a:buClr>
              <a:buFont typeface="Wingdings" panose="05000000000000000000" pitchFamily="2" charset="2"/>
              <a:buChar char="n"/>
              <a:defRPr sz="1600">
                <a:latin typeface="Arial" panose="020B0604020202020204" pitchFamily="34" charset="0"/>
                <a:ea typeface="Adobe 繁黑體 Std B"/>
                <a:cs typeface="Arial" panose="020B0604020202020204" pitchFamily="34" charset="0"/>
              </a:defRPr>
            </a:lvl4pPr>
            <a:lvl5pPr>
              <a:buClr>
                <a:schemeClr val="tx2">
                  <a:lumMod val="75000"/>
                </a:schemeClr>
              </a:buClr>
              <a:defRPr sz="1600">
                <a:latin typeface="Arial" panose="020B0604020202020204" pitchFamily="34" charset="0"/>
                <a:ea typeface="Adobe 繁黑體 Std B"/>
                <a:cs typeface="Arial" panose="020B0604020202020204" pitchFamily="34" charset="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27" name="矩形 26"/>
          <p:cNvSpPr/>
          <p:nvPr userDrawn="1"/>
        </p:nvSpPr>
        <p:spPr>
          <a:xfrm>
            <a:off x="8880314" y="836712"/>
            <a:ext cx="1632181" cy="1440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/>
          </a:p>
        </p:txBody>
      </p:sp>
      <p:sp>
        <p:nvSpPr>
          <p:cNvPr id="21" name="矩形 20"/>
          <p:cNvSpPr/>
          <p:nvPr userDrawn="1"/>
        </p:nvSpPr>
        <p:spPr>
          <a:xfrm>
            <a:off x="0" y="836712"/>
            <a:ext cx="9264352" cy="14401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/>
          </a:p>
        </p:txBody>
      </p:sp>
      <p:sp>
        <p:nvSpPr>
          <p:cNvPr id="24" name="矩形 23"/>
          <p:cNvSpPr/>
          <p:nvPr userDrawn="1"/>
        </p:nvSpPr>
        <p:spPr>
          <a:xfrm>
            <a:off x="10416480" y="836712"/>
            <a:ext cx="1775520" cy="14401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/>
          </a:p>
        </p:txBody>
      </p:sp>
      <p:sp>
        <p:nvSpPr>
          <p:cNvPr id="22" name="矩形 21"/>
          <p:cNvSpPr/>
          <p:nvPr userDrawn="1"/>
        </p:nvSpPr>
        <p:spPr>
          <a:xfrm>
            <a:off x="9360367" y="836712"/>
            <a:ext cx="960107" cy="144016"/>
          </a:xfrm>
          <a:prstGeom prst="rect">
            <a:avLst/>
          </a:prstGeom>
          <a:solidFill>
            <a:srgbClr val="F9CB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/>
          </a:p>
        </p:txBody>
      </p:sp>
      <p:sp>
        <p:nvSpPr>
          <p:cNvPr id="20" name="文字方塊 19"/>
          <p:cNvSpPr txBox="1"/>
          <p:nvPr userDrawn="1"/>
        </p:nvSpPr>
        <p:spPr>
          <a:xfrm>
            <a:off x="8574255" y="6302507"/>
            <a:ext cx="422446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000" b="0" baseline="0" dirty="0">
                <a:solidFill>
                  <a:srgbClr val="FFFF00"/>
                </a:solidFill>
                <a:latin typeface="Berlin Sans FB Demi" panose="020E0802020502020306" pitchFamily="34" charset="0"/>
              </a:rPr>
              <a:t> </a:t>
            </a:r>
            <a:r>
              <a:rPr lang="en-US" altLang="zh-TW" sz="2400" b="0" baseline="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Segoe Script"/>
              </a:rPr>
              <a:t>NanoSTLab</a:t>
            </a:r>
            <a:r>
              <a:rPr lang="en-US" altLang="zh-TW" sz="2400" b="0" baseline="0" dirty="0">
                <a:solidFill>
                  <a:schemeClr val="accent5">
                    <a:lumMod val="60000"/>
                    <a:lumOff val="40000"/>
                  </a:schemeClr>
                </a:solidFill>
                <a:latin typeface="French Script MT" panose="03020402040607040605" pitchFamily="66" charset="0"/>
              </a:rPr>
              <a:t> </a:t>
            </a:r>
            <a:r>
              <a:rPr lang="en-US" altLang="zh-TW" sz="2800" b="0" baseline="0" dirty="0">
                <a:solidFill>
                  <a:schemeClr val="accent5">
                    <a:lumMod val="60000"/>
                    <a:lumOff val="40000"/>
                  </a:schemeClr>
                </a:solidFill>
                <a:latin typeface="Segoe Script" pitchFamily="34" charset="0"/>
              </a:rPr>
              <a:t> </a:t>
            </a:r>
            <a:endParaRPr lang="zh-TW" altLang="en-US" sz="2800" b="0" dirty="0">
              <a:solidFill>
                <a:schemeClr val="accent5">
                  <a:lumMod val="60000"/>
                  <a:lumOff val="40000"/>
                </a:schemeClr>
              </a:solidFill>
              <a:latin typeface="Segoe Script" pitchFamily="34" charset="0"/>
            </a:endParaRPr>
          </a:p>
        </p:txBody>
      </p:sp>
      <p:pic>
        <p:nvPicPr>
          <p:cNvPr id="19" name="Picture 2" descr="C:\Users\user\Desktop\未命名-1.png"/>
          <p:cNvPicPr>
            <a:picLocks noChangeAspect="1" noChangeArrowheads="1"/>
          </p:cNvPicPr>
          <p:nvPr userDrawn="1"/>
        </p:nvPicPr>
        <p:blipFill rotWithShape="1">
          <a:blip r:embed="rId2" cstate="print">
            <a:clrChange>
              <a:clrFrom>
                <a:srgbClr val="864BCC"/>
              </a:clrFrom>
              <a:clrTo>
                <a:srgbClr val="864BCC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7616"/>
                    </a14:imgEffect>
                    <a14:imgEffect>
                      <a14:saturation sat="200000"/>
                    </a14:imgEffect>
                    <a14:imgEffect>
                      <a14:brightnessContrast bright="73000" contrast="-78000"/>
                    </a14:imgEffect>
                  </a14:imgLayer>
                </a14:imgProps>
              </a:ext>
            </a:extLst>
          </a:blip>
          <a:srcRect l="13084" t="17699" r="-168" b="20934"/>
          <a:stretch/>
        </p:blipFill>
        <p:spPr bwMode="auto">
          <a:xfrm>
            <a:off x="5" y="6037517"/>
            <a:ext cx="1570497" cy="830008"/>
          </a:xfrm>
          <a:prstGeom prst="rect">
            <a:avLst/>
          </a:prstGeom>
          <a:noFill/>
          <a:effectLst/>
        </p:spPr>
      </p:pic>
      <p:sp>
        <p:nvSpPr>
          <p:cNvPr id="23" name="文字方塊 22"/>
          <p:cNvSpPr txBox="1"/>
          <p:nvPr userDrawn="1"/>
        </p:nvSpPr>
        <p:spPr>
          <a:xfrm>
            <a:off x="1154465" y="6309327"/>
            <a:ext cx="62758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TW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  <a:ea typeface="Kozuka Gothic Pr6N R" pitchFamily="34" charset="-128"/>
              </a:rPr>
              <a:t>National</a:t>
            </a:r>
            <a:r>
              <a:rPr lang="en-US" altLang="zh-TW" sz="2400" b="1" baseline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  <a:ea typeface="Kozuka Gothic Pr6N R" pitchFamily="34" charset="-128"/>
              </a:rPr>
              <a:t> </a:t>
            </a:r>
            <a:r>
              <a:rPr lang="en-US" altLang="zh-TW" sz="24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  <a:ea typeface="Kozuka Gothic Pr6N R" pitchFamily="34" charset="-128"/>
              </a:rPr>
              <a:t>Chiao</a:t>
            </a:r>
            <a:r>
              <a:rPr lang="en-US" altLang="zh-TW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  <a:ea typeface="Kozuka Gothic Pr6N R" pitchFamily="34" charset="-128"/>
              </a:rPr>
              <a:t> Tung </a:t>
            </a:r>
            <a:r>
              <a:rPr lang="en-US" altLang="zh-TW" sz="2400" b="1" baseline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  <a:ea typeface="Kozuka Gothic Pr6N R" pitchFamily="34" charset="-128"/>
              </a:rPr>
              <a:t>University</a:t>
            </a:r>
            <a:r>
              <a:rPr lang="zh-TW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  <a:ea typeface="Kozuka Gothic Pr6N R" pitchFamily="34" charset="-128"/>
              </a:rPr>
              <a:t> </a:t>
            </a:r>
          </a:p>
        </p:txBody>
      </p:sp>
      <p:sp>
        <p:nvSpPr>
          <p:cNvPr id="18" name="標題 17"/>
          <p:cNvSpPr>
            <a:spLocks noGrp="1"/>
          </p:cNvSpPr>
          <p:nvPr>
            <p:ph type="title"/>
          </p:nvPr>
        </p:nvSpPr>
        <p:spPr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algn="l">
              <a:defRPr b="1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48" name="投影片編號版面配置區 47"/>
          <p:cNvSpPr>
            <a:spLocks noGrp="1"/>
          </p:cNvSpPr>
          <p:nvPr>
            <p:ph type="sldNum" sz="quarter" idx="12"/>
          </p:nvPr>
        </p:nvSpPr>
        <p:spPr>
          <a:xfrm>
            <a:off x="11358275" y="6085963"/>
            <a:ext cx="572165" cy="350124"/>
          </a:xfrm>
        </p:spPr>
        <p:txBody>
          <a:bodyPr/>
          <a:lstStyle>
            <a:lvl1pPr>
              <a:defRPr sz="1400" b="1">
                <a:solidFill>
                  <a:schemeClr val="bg1"/>
                </a:solidFill>
              </a:defRPr>
            </a:lvl1pPr>
          </a:lstStyle>
          <a:p>
            <a:fld id="{48FB9843-2A60-4B82-9844-C51EF1D87B3D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47462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6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23392" y="638133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7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7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B9843-2A60-4B82-9844-C51EF1D87B3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6287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144693" y="0"/>
            <a:ext cx="12192000" cy="836712"/>
          </a:xfrm>
        </p:spPr>
        <p:txBody>
          <a:bodyPr>
            <a:noAutofit/>
          </a:bodyPr>
          <a:lstStyle/>
          <a:p>
            <a:r>
              <a:rPr lang="en-US" altLang="zh-TW" sz="5333" dirty="0"/>
              <a:t>Title</a:t>
            </a:r>
            <a:endParaRPr lang="zh-TW" altLang="en-US" sz="5333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>
          <a:xfrm>
            <a:off x="11495182" y="6085963"/>
            <a:ext cx="572165" cy="350124"/>
          </a:xfrm>
        </p:spPr>
        <p:txBody>
          <a:bodyPr/>
          <a:lstStyle/>
          <a:p>
            <a:fld id="{48FB9843-2A60-4B82-9844-C51EF1D87B3D}" type="slidenum">
              <a:rPr lang="zh-TW" altLang="en-US" smtClean="0">
                <a:solidFill>
                  <a:prstClr val="white"/>
                </a:solidFill>
              </a:rPr>
              <a:pPr/>
              <a:t>0</a:t>
            </a:fld>
            <a:endParaRPr lang="zh-TW" alt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9419219"/>
      </p:ext>
    </p:extLst>
  </p:cSld>
  <p:clrMapOvr>
    <a:masterClrMapping/>
  </p:clrMapOvr>
</p:sld>
</file>

<file path=ppt/theme/theme1.xml><?xml version="1.0" encoding="utf-8"?>
<a:theme xmlns:a="http://schemas.openxmlformats.org/drawingml/2006/main" name="自訂設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39378</TotalTime>
  <Words>2</Words>
  <Application>Microsoft Office PowerPoint</Application>
  <PresentationFormat>寬螢幕</PresentationFormat>
  <Paragraphs>2</Paragraphs>
  <Slides>1</Slides>
  <Notes>0</Notes>
  <HiddenSlides>1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11" baseType="lpstr">
      <vt:lpstr>Arial</vt:lpstr>
      <vt:lpstr>Berlin Sans FB Demi</vt:lpstr>
      <vt:lpstr>Calibri</vt:lpstr>
      <vt:lpstr>French Script MT</vt:lpstr>
      <vt:lpstr>Jokerman</vt:lpstr>
      <vt:lpstr>Mistral</vt:lpstr>
      <vt:lpstr>Segoe Script</vt:lpstr>
      <vt:lpstr>Times New Roman</vt:lpstr>
      <vt:lpstr>Wingdings</vt:lpstr>
      <vt:lpstr>自訂設計</vt:lpstr>
      <vt:lpstr>Title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許智</dc:creator>
  <cp:lastModifiedBy>吳 芷暄</cp:lastModifiedBy>
  <cp:revision>1458</cp:revision>
  <cp:lastPrinted>2017-11-23T10:19:29Z</cp:lastPrinted>
  <dcterms:created xsi:type="dcterms:W3CDTF">2014-09-13T08:41:41Z</dcterms:created>
  <dcterms:modified xsi:type="dcterms:W3CDTF">2026-08-11T06:30:39Z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XICSecret">
    <vt:lpwstr>None</vt:lpwstr>
  </property>
  <property fmtid="{D5CDD505-2E9C-101B-9397-08002B2CF9AE}" pid="3" name="MXICSecretDLP">
    <vt:lpwstr>_#MacronixNone#_</vt:lpwstr>
  </property>
  <property fmtid="{D5CDD505-2E9C-101B-9397-08002B2CF9AE}" pid="4" name="MXICMarkedBy">
    <vt:lpwstr>User</vt:lpwstr>
  </property>
  <property fmtid="{D5CDD505-2E9C-101B-9397-08002B2CF9AE}" pid="5" name="MXICPersonalData">
    <vt:lpwstr>None</vt:lpwstr>
  </property>
  <property fmtid="{D5CDD505-2E9C-101B-9397-08002B2CF9AE}" pid="6" name="MXICPersonalDataDLP">
    <vt:lpwstr>_#MacronixNone#_</vt:lpwstr>
  </property>
</Properties>
</file>